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Bebas Neue"/>
      <p:regular r:id="rId20"/>
    </p:embeddedFont>
    <p:embeddedFont>
      <p:font typeface="Syncopate"/>
      <p:regular r:id="rId21"/>
      <p:bold r:id="rId22"/>
    </p:embeddedFont>
    <p:embeddedFont>
      <p:font typeface="Archiv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22" Type="http://schemas.openxmlformats.org/officeDocument/2006/relationships/font" Target="fonts/Syncopate-bold.fntdata"/><Relationship Id="rId21" Type="http://schemas.openxmlformats.org/officeDocument/2006/relationships/font" Target="fonts/Syncopate-regular.fntdata"/><Relationship Id="rId24" Type="http://schemas.openxmlformats.org/officeDocument/2006/relationships/font" Target="fonts/Archivo-bold.fntdata"/><Relationship Id="rId23" Type="http://schemas.openxmlformats.org/officeDocument/2006/relationships/font" Target="fonts/Archiv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chivo-boldItalic.fntdata"/><Relationship Id="rId25" Type="http://schemas.openxmlformats.org/officeDocument/2006/relationships/font" Target="fonts/Archiv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a23fea2c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a23fea2c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a23fea2ce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a23fea2ce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a23fea2ce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a23fea2c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54ff9c4c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54ff9c4c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2003700" y="1668350"/>
            <a:ext cx="5120400" cy="144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003700" y="2999350"/>
            <a:ext cx="5120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363750" y="272938"/>
            <a:ext cx="8416499" cy="4597625"/>
            <a:chOff x="363750" y="272938"/>
            <a:chExt cx="8416499" cy="4597625"/>
          </a:xfrm>
        </p:grpSpPr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3750" y="4551863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2750" y="272938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15;p2"/>
          <p:cNvGrpSpPr/>
          <p:nvPr/>
        </p:nvGrpSpPr>
        <p:grpSpPr>
          <a:xfrm>
            <a:off x="795973" y="186076"/>
            <a:ext cx="8027150" cy="4708575"/>
            <a:chOff x="795973" y="186076"/>
            <a:chExt cx="8027150" cy="4708575"/>
          </a:xfrm>
        </p:grpSpPr>
        <p:sp>
          <p:nvSpPr>
            <p:cNvPr id="16" name="Google Shape;16;p2"/>
            <p:cNvSpPr/>
            <p:nvPr/>
          </p:nvSpPr>
          <p:spPr>
            <a:xfrm>
              <a:off x="795973" y="288087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45423" y="11251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991698" y="48169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991698" y="1860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5210922" y="2075584"/>
            <a:ext cx="4252789" cy="3328719"/>
            <a:chOff x="5210922" y="2075584"/>
            <a:chExt cx="4252789" cy="3328719"/>
          </a:xfrm>
        </p:grpSpPr>
        <p:grpSp>
          <p:nvGrpSpPr>
            <p:cNvPr id="21" name="Google Shape;21;p2"/>
            <p:cNvGrpSpPr/>
            <p:nvPr/>
          </p:nvGrpSpPr>
          <p:grpSpPr>
            <a:xfrm rot="10800000">
              <a:off x="8487318" y="4095345"/>
              <a:ext cx="438336" cy="939067"/>
              <a:chOff x="327075" y="263775"/>
              <a:chExt cx="576228" cy="123447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sp>
          <p:nvSpPr>
            <p:cNvPr id="33" name="Google Shape;33;p2"/>
            <p:cNvSpPr/>
            <p:nvPr/>
          </p:nvSpPr>
          <p:spPr>
            <a:xfrm rot="10800000">
              <a:off x="8379063" y="2339620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34" name="Google Shape;34;p2"/>
            <p:cNvGrpSpPr/>
            <p:nvPr/>
          </p:nvGrpSpPr>
          <p:grpSpPr>
            <a:xfrm>
              <a:off x="5210922" y="2075584"/>
              <a:ext cx="4252789" cy="3328719"/>
              <a:chOff x="5210922" y="2075584"/>
              <a:chExt cx="4252789" cy="3328719"/>
            </a:xfrm>
          </p:grpSpPr>
          <p:sp>
            <p:nvSpPr>
              <p:cNvPr id="35" name="Google Shape;35;p2"/>
              <p:cNvSpPr/>
              <p:nvPr/>
            </p:nvSpPr>
            <p:spPr>
              <a:xfrm rot="10800000">
                <a:off x="5210922" y="2075584"/>
                <a:ext cx="4057651" cy="3222624"/>
              </a:xfrm>
              <a:custGeom>
                <a:rect b="b" l="l" r="r" t="t"/>
                <a:pathLst>
                  <a:path extrusionOk="0" h="1536" w="1930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10800000">
                <a:off x="6174736" y="2312896"/>
                <a:ext cx="3078000" cy="2985300"/>
              </a:xfrm>
              <a:prstGeom prst="diagStrip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 rot="10800000">
                <a:off x="7382100" y="3901404"/>
                <a:ext cx="1892326" cy="1502899"/>
              </a:xfrm>
              <a:custGeom>
                <a:rect b="b" l="l" r="r" t="t"/>
                <a:pathLst>
                  <a:path extrusionOk="0" h="1536" w="1930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" name="Google Shape;38;p2"/>
              <p:cNvCxnSpPr/>
              <p:nvPr/>
            </p:nvCxnSpPr>
            <p:spPr>
              <a:xfrm flipH="1" rot="10800000">
                <a:off x="7459111" y="3346296"/>
                <a:ext cx="2004600" cy="20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cxnSp>
          <p:grpSp>
            <p:nvGrpSpPr>
              <p:cNvPr id="39" name="Google Shape;39;p2"/>
              <p:cNvGrpSpPr/>
              <p:nvPr/>
            </p:nvGrpSpPr>
            <p:grpSpPr>
              <a:xfrm rot="10800000">
                <a:off x="6207139" y="2556191"/>
                <a:ext cx="2953888" cy="2742009"/>
                <a:chOff x="5398760" y="2293721"/>
                <a:chExt cx="2953888" cy="2742009"/>
              </a:xfrm>
            </p:grpSpPr>
            <p:sp>
              <p:nvSpPr>
                <p:cNvPr id="40" name="Google Shape;40;p2"/>
                <p:cNvSpPr/>
                <p:nvPr/>
              </p:nvSpPr>
              <p:spPr>
                <a:xfrm>
                  <a:off x="5398760" y="2293721"/>
                  <a:ext cx="2768203" cy="2742009"/>
                </a:xfrm>
                <a:custGeom>
                  <a:rect b="b" l="l" r="r" t="t"/>
                  <a:pathLst>
                    <a:path extrusionOk="0" h="2303" w="2325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5926811" y="2293726"/>
                  <a:ext cx="2337197" cy="2311003"/>
                </a:xfrm>
                <a:custGeom>
                  <a:rect b="b" l="l" r="r" t="t"/>
                  <a:pathLst>
                    <a:path extrusionOk="0" h="1941" w="1963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6252385" y="2293721"/>
                  <a:ext cx="2100263" cy="2077641"/>
                </a:xfrm>
                <a:custGeom>
                  <a:rect b="b" l="l" r="r" t="t"/>
                  <a:pathLst>
                    <a:path extrusionOk="0" h="1745" w="1764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" name="Google Shape;43;p2"/>
              <p:cNvGrpSpPr/>
              <p:nvPr/>
            </p:nvGrpSpPr>
            <p:grpSpPr>
              <a:xfrm rot="10800000">
                <a:off x="5716984" y="2621504"/>
                <a:ext cx="2383606" cy="2130790"/>
                <a:chOff x="2439425" y="817125"/>
                <a:chExt cx="2884325" cy="2578400"/>
              </a:xfrm>
            </p:grpSpPr>
            <p:sp>
              <p:nvSpPr>
                <p:cNvPr id="44" name="Google Shape;44;p2"/>
                <p:cNvSpPr/>
                <p:nvPr/>
              </p:nvSpPr>
              <p:spPr>
                <a:xfrm>
                  <a:off x="2468875" y="1532500"/>
                  <a:ext cx="1965075" cy="1833200"/>
                </a:xfrm>
                <a:custGeom>
                  <a:rect b="b" l="l" r="r" t="t"/>
                  <a:pathLst>
                    <a:path extrusionOk="0" h="73328" w="78603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3129606" y="912006"/>
                  <a:ext cx="2098275" cy="2037625"/>
                </a:xfrm>
                <a:custGeom>
                  <a:rect b="b" l="l" r="r" t="t"/>
                  <a:pathLst>
                    <a:path extrusionOk="0" h="81505" w="83931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4404050" y="1435475"/>
                  <a:ext cx="127800" cy="127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5195950" y="817125"/>
                  <a:ext cx="127800" cy="127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3098175" y="2916400"/>
                  <a:ext cx="64200" cy="64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2439425" y="3331325"/>
                  <a:ext cx="64200" cy="64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</p:grpSp>
        </p:grpSp>
      </p:grpSp>
      <p:grpSp>
        <p:nvGrpSpPr>
          <p:cNvPr id="50" name="Google Shape;50;p2"/>
          <p:cNvGrpSpPr/>
          <p:nvPr/>
        </p:nvGrpSpPr>
        <p:grpSpPr>
          <a:xfrm>
            <a:off x="-287175" y="-182307"/>
            <a:ext cx="4252789" cy="3328719"/>
            <a:chOff x="-287175" y="-182307"/>
            <a:chExt cx="4252789" cy="3328719"/>
          </a:xfrm>
        </p:grpSpPr>
        <p:grpSp>
          <p:nvGrpSpPr>
            <p:cNvPr id="51" name="Google Shape;51;p2"/>
            <p:cNvGrpSpPr/>
            <p:nvPr/>
          </p:nvGrpSpPr>
          <p:grpSpPr>
            <a:xfrm>
              <a:off x="250881" y="187584"/>
              <a:ext cx="438336" cy="939067"/>
              <a:chOff x="327075" y="263775"/>
              <a:chExt cx="576228" cy="1234478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-287175" y="-182307"/>
              <a:ext cx="4252789" cy="3328719"/>
              <a:chOff x="-287175" y="-182307"/>
              <a:chExt cx="4252789" cy="3328719"/>
            </a:xfrm>
          </p:grpSpPr>
          <p:sp>
            <p:nvSpPr>
              <p:cNvPr id="64" name="Google Shape;64;p2"/>
              <p:cNvSpPr/>
              <p:nvPr/>
            </p:nvSpPr>
            <p:spPr>
              <a:xfrm>
                <a:off x="-92037" y="-76212"/>
                <a:ext cx="4057651" cy="3222624"/>
              </a:xfrm>
              <a:custGeom>
                <a:rect b="b" l="l" r="r" t="t"/>
                <a:pathLst>
                  <a:path extrusionOk="0" h="1536" w="1930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-76200" y="-76200"/>
                <a:ext cx="3078000" cy="2985300"/>
              </a:xfrm>
              <a:prstGeom prst="diagStrip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-97890" y="-182307"/>
                <a:ext cx="1892326" cy="1502899"/>
              </a:xfrm>
              <a:custGeom>
                <a:rect b="b" l="l" r="r" t="t"/>
                <a:pathLst>
                  <a:path extrusionOk="0" h="1536" w="1930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7" name="Google Shape;67;p2"/>
              <p:cNvCxnSpPr/>
              <p:nvPr/>
            </p:nvCxnSpPr>
            <p:spPr>
              <a:xfrm flipH="1">
                <a:off x="-287175" y="-128900"/>
                <a:ext cx="2004600" cy="2004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cxnSp>
          <p:grpSp>
            <p:nvGrpSpPr>
              <p:cNvPr id="68" name="Google Shape;68;p2"/>
              <p:cNvGrpSpPr/>
              <p:nvPr/>
            </p:nvGrpSpPr>
            <p:grpSpPr>
              <a:xfrm>
                <a:off x="15510" y="-76204"/>
                <a:ext cx="2953888" cy="2742009"/>
                <a:chOff x="5398760" y="2293721"/>
                <a:chExt cx="2953888" cy="2742009"/>
              </a:xfrm>
            </p:grpSpPr>
            <p:sp>
              <p:nvSpPr>
                <p:cNvPr id="69" name="Google Shape;69;p2"/>
                <p:cNvSpPr/>
                <p:nvPr/>
              </p:nvSpPr>
              <p:spPr>
                <a:xfrm>
                  <a:off x="5398760" y="2293721"/>
                  <a:ext cx="2768203" cy="2742009"/>
                </a:xfrm>
                <a:custGeom>
                  <a:rect b="b" l="l" r="r" t="t"/>
                  <a:pathLst>
                    <a:path extrusionOk="0" h="2303" w="2325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00000">
                      <a:srgbClr val="C5B9B9">
                        <a:alpha val="24313"/>
                      </a:srgbClr>
                    </a:gs>
                  </a:gsLst>
                  <a:lin ang="8100019" scaled="0"/>
                </a:gra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5926811" y="2293726"/>
                  <a:ext cx="2337197" cy="2311003"/>
                </a:xfrm>
                <a:custGeom>
                  <a:rect b="b" l="l" r="r" t="t"/>
                  <a:pathLst>
                    <a:path extrusionOk="0" h="1941" w="1963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00000">
                      <a:srgbClr val="C5B9B9">
                        <a:alpha val="24313"/>
                      </a:srgbClr>
                    </a:gs>
                  </a:gsLst>
                  <a:lin ang="8100019" scaled="0"/>
                </a:gra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6252385" y="2293721"/>
                  <a:ext cx="2100263" cy="2077641"/>
                </a:xfrm>
                <a:custGeom>
                  <a:rect b="b" l="l" r="r" t="t"/>
                  <a:pathLst>
                    <a:path extrusionOk="0" h="1745" w="1764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00000">
                      <a:srgbClr val="C5B9B9">
                        <a:alpha val="24313"/>
                      </a:srgbClr>
                    </a:gs>
                  </a:gsLst>
                  <a:lin ang="8100019" scaled="0"/>
                </a:gra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2" name="Google Shape;72;p2"/>
              <p:cNvGrpSpPr/>
              <p:nvPr/>
            </p:nvGrpSpPr>
            <p:grpSpPr>
              <a:xfrm>
                <a:off x="1075946" y="469703"/>
                <a:ext cx="2383606" cy="2130790"/>
                <a:chOff x="2439425" y="817125"/>
                <a:chExt cx="2884325" cy="2578400"/>
              </a:xfrm>
            </p:grpSpPr>
            <p:sp>
              <p:nvSpPr>
                <p:cNvPr id="73" name="Google Shape;73;p2"/>
                <p:cNvSpPr/>
                <p:nvPr/>
              </p:nvSpPr>
              <p:spPr>
                <a:xfrm>
                  <a:off x="2468875" y="1532500"/>
                  <a:ext cx="1965075" cy="1833200"/>
                </a:xfrm>
                <a:custGeom>
                  <a:rect b="b" l="l" r="r" t="t"/>
                  <a:pathLst>
                    <a:path extrusionOk="0" h="73328" w="78603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3129606" y="912006"/>
                  <a:ext cx="2098275" cy="2037625"/>
                </a:xfrm>
                <a:custGeom>
                  <a:rect b="b" l="l" r="r" t="t"/>
                  <a:pathLst>
                    <a:path extrusionOk="0" h="81505" w="83931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4404050" y="1435475"/>
                  <a:ext cx="127800" cy="127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5195950" y="817125"/>
                  <a:ext cx="127800" cy="127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3098175" y="2916400"/>
                  <a:ext cx="64200" cy="64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2439425" y="3331325"/>
                  <a:ext cx="64200" cy="64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>
            <p:ph type="title"/>
          </p:nvPr>
        </p:nvSpPr>
        <p:spPr>
          <a:xfrm>
            <a:off x="2038200" y="2397048"/>
            <a:ext cx="50676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3"/>
          <p:cNvSpPr txBox="1"/>
          <p:nvPr>
            <p:ph hasCustomPrompt="1" idx="2" type="title"/>
          </p:nvPr>
        </p:nvSpPr>
        <p:spPr>
          <a:xfrm>
            <a:off x="3916000" y="1068077"/>
            <a:ext cx="1312200" cy="122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/>
          <p:nvPr>
            <p:ph idx="1" type="subTitle"/>
          </p:nvPr>
        </p:nvSpPr>
        <p:spPr>
          <a:xfrm>
            <a:off x="2038200" y="3700423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3"/>
          <p:cNvGrpSpPr/>
          <p:nvPr/>
        </p:nvGrpSpPr>
        <p:grpSpPr>
          <a:xfrm>
            <a:off x="422075" y="272938"/>
            <a:ext cx="8358174" cy="4649750"/>
            <a:chOff x="422075" y="272938"/>
            <a:chExt cx="8358174" cy="4649750"/>
          </a:xfrm>
        </p:grpSpPr>
        <p:pic>
          <p:nvPicPr>
            <p:cNvPr id="85" name="Google Shape;8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2750" y="272938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2075" y="4603988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3"/>
          <p:cNvGrpSpPr/>
          <p:nvPr/>
        </p:nvGrpSpPr>
        <p:grpSpPr>
          <a:xfrm>
            <a:off x="344373" y="438451"/>
            <a:ext cx="8346250" cy="4379600"/>
            <a:chOff x="344373" y="438451"/>
            <a:chExt cx="8346250" cy="4379600"/>
          </a:xfrm>
        </p:grpSpPr>
        <p:sp>
          <p:nvSpPr>
            <p:cNvPr id="88" name="Google Shape;88;p3"/>
            <p:cNvSpPr/>
            <p:nvPr/>
          </p:nvSpPr>
          <p:spPr>
            <a:xfrm>
              <a:off x="8612923" y="16146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758448" y="47403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929698" y="4384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44373" y="31808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2" name="Google Shape;92;p3"/>
          <p:cNvGrpSpPr/>
          <p:nvPr/>
        </p:nvGrpSpPr>
        <p:grpSpPr>
          <a:xfrm>
            <a:off x="-347226" y="-3"/>
            <a:ext cx="3429974" cy="2460899"/>
            <a:chOff x="-347226" y="-3"/>
            <a:chExt cx="3429974" cy="2460899"/>
          </a:xfrm>
        </p:grpSpPr>
        <p:sp>
          <p:nvSpPr>
            <p:cNvPr id="93" name="Google Shape;93;p3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3"/>
            <p:cNvGrpSpPr/>
            <p:nvPr/>
          </p:nvGrpSpPr>
          <p:grpSpPr>
            <a:xfrm>
              <a:off x="-347226" y="674081"/>
              <a:ext cx="3153725" cy="940604"/>
              <a:chOff x="-104552" y="1952776"/>
              <a:chExt cx="5543549" cy="1653374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" name="Google Shape;101;p3"/>
          <p:cNvGrpSpPr/>
          <p:nvPr/>
        </p:nvGrpSpPr>
        <p:grpSpPr>
          <a:xfrm>
            <a:off x="6071578" y="2682610"/>
            <a:ext cx="3429974" cy="2460899"/>
            <a:chOff x="6071578" y="2682610"/>
            <a:chExt cx="3429974" cy="2460899"/>
          </a:xfrm>
        </p:grpSpPr>
        <p:sp>
          <p:nvSpPr>
            <p:cNvPr id="102" name="Google Shape;102;p3"/>
            <p:cNvSpPr/>
            <p:nvPr/>
          </p:nvSpPr>
          <p:spPr>
            <a:xfrm rot="10800000">
              <a:off x="6071578" y="2682610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 rot="10800000">
              <a:off x="6887399" y="4552256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" name="Google Shape;104;p3"/>
            <p:cNvGrpSpPr/>
            <p:nvPr/>
          </p:nvGrpSpPr>
          <p:grpSpPr>
            <a:xfrm rot="10800000">
              <a:off x="6347827" y="3528820"/>
              <a:ext cx="3153725" cy="940604"/>
              <a:chOff x="-104552" y="1952776"/>
              <a:chExt cx="5543549" cy="1653374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 flipH="1">
            <a:off x="6159903" y="2312896"/>
            <a:ext cx="3288975" cy="3091407"/>
            <a:chOff x="-402690" y="2312896"/>
            <a:chExt cx="3288975" cy="3091407"/>
          </a:xfrm>
        </p:grpSpPr>
        <p:sp>
          <p:nvSpPr>
            <p:cNvPr id="115" name="Google Shape;115;p4"/>
            <p:cNvSpPr/>
            <p:nvPr/>
          </p:nvSpPr>
          <p:spPr>
            <a:xfrm flipH="1" rot="10800000">
              <a:off x="-191715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 flipH="1" rot="10800000">
              <a:off x="-213406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" name="Google Shape;117;p4"/>
            <p:cNvGrpSpPr/>
            <p:nvPr/>
          </p:nvGrpSpPr>
          <p:grpSpPr>
            <a:xfrm flipH="1" rot="10800000">
              <a:off x="135366" y="4095345"/>
              <a:ext cx="438336" cy="939067"/>
              <a:chOff x="327075" y="263775"/>
              <a:chExt cx="576228" cy="1234478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cxnSp>
          <p:nvCxnSpPr>
            <p:cNvPr id="129" name="Google Shape;129;p4"/>
            <p:cNvCxnSpPr/>
            <p:nvPr/>
          </p:nvCxnSpPr>
          <p:spPr>
            <a:xfrm rot="10800000">
              <a:off x="-402690" y="3346296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  <p:grpSp>
          <p:nvGrpSpPr>
            <p:cNvPr id="130" name="Google Shape;130;p4"/>
            <p:cNvGrpSpPr/>
            <p:nvPr/>
          </p:nvGrpSpPr>
          <p:grpSpPr>
            <a:xfrm flipH="1" rot="10800000">
              <a:off x="-100006" y="2556191"/>
              <a:ext cx="2953888" cy="2742009"/>
              <a:chOff x="5398760" y="2293721"/>
              <a:chExt cx="2953888" cy="2742009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" name="Google Shape;134;p4"/>
          <p:cNvGrpSpPr/>
          <p:nvPr/>
        </p:nvGrpSpPr>
        <p:grpSpPr>
          <a:xfrm flipH="1">
            <a:off x="429414" y="500651"/>
            <a:ext cx="8141950" cy="4308900"/>
            <a:chOff x="474823" y="500651"/>
            <a:chExt cx="8141950" cy="4308900"/>
          </a:xfrm>
        </p:grpSpPr>
        <p:sp>
          <p:nvSpPr>
            <p:cNvPr id="135" name="Google Shape;135;p4"/>
            <p:cNvSpPr/>
            <p:nvPr/>
          </p:nvSpPr>
          <p:spPr>
            <a:xfrm>
              <a:off x="8539073" y="1242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474823" y="24508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851198" y="5006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4899048" y="47318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5"/>
          <p:cNvSpPr txBox="1"/>
          <p:nvPr>
            <p:ph idx="1" type="subTitle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" name="Google Shape;143;p5"/>
          <p:cNvSpPr txBox="1"/>
          <p:nvPr>
            <p:ph idx="2" type="subTitle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5"/>
          <p:cNvSpPr txBox="1"/>
          <p:nvPr>
            <p:ph idx="3" type="subTitle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5"/>
          <p:cNvSpPr txBox="1"/>
          <p:nvPr>
            <p:ph idx="4" type="subTitle"/>
          </p:nvPr>
        </p:nvSpPr>
        <p:spPr>
          <a:xfrm>
            <a:off x="158307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46" name="Google Shape;146;p5"/>
          <p:cNvGrpSpPr/>
          <p:nvPr/>
        </p:nvGrpSpPr>
        <p:grpSpPr>
          <a:xfrm>
            <a:off x="-402690" y="2312896"/>
            <a:ext cx="3288975" cy="3091407"/>
            <a:chOff x="-402690" y="2312896"/>
            <a:chExt cx="3288975" cy="3091407"/>
          </a:xfrm>
        </p:grpSpPr>
        <p:sp>
          <p:nvSpPr>
            <p:cNvPr id="147" name="Google Shape;147;p5"/>
            <p:cNvSpPr/>
            <p:nvPr/>
          </p:nvSpPr>
          <p:spPr>
            <a:xfrm flipH="1" rot="10800000">
              <a:off x="-191715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 flipH="1" rot="10800000">
              <a:off x="-213406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" name="Google Shape;149;p5"/>
            <p:cNvGrpSpPr/>
            <p:nvPr/>
          </p:nvGrpSpPr>
          <p:grpSpPr>
            <a:xfrm flipH="1" rot="10800000">
              <a:off x="135366" y="4095345"/>
              <a:ext cx="438336" cy="939067"/>
              <a:chOff x="327075" y="263775"/>
              <a:chExt cx="576228" cy="1234478"/>
            </a:xfrm>
          </p:grpSpPr>
          <p:sp>
            <p:nvSpPr>
              <p:cNvPr id="150" name="Google Shape;150;p5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cxnSp>
          <p:nvCxnSpPr>
            <p:cNvPr id="161" name="Google Shape;161;p5"/>
            <p:cNvCxnSpPr/>
            <p:nvPr/>
          </p:nvCxnSpPr>
          <p:spPr>
            <a:xfrm rot="10800000">
              <a:off x="-402690" y="3346296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  <p:grpSp>
          <p:nvGrpSpPr>
            <p:cNvPr id="162" name="Google Shape;162;p5"/>
            <p:cNvGrpSpPr/>
            <p:nvPr/>
          </p:nvGrpSpPr>
          <p:grpSpPr>
            <a:xfrm flipH="1" rot="10800000">
              <a:off x="-100006" y="2556191"/>
              <a:ext cx="2953888" cy="2742009"/>
              <a:chOff x="5398760" y="2293721"/>
              <a:chExt cx="2953888" cy="2742009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66;p5"/>
          <p:cNvGrpSpPr/>
          <p:nvPr/>
        </p:nvGrpSpPr>
        <p:grpSpPr>
          <a:xfrm>
            <a:off x="474823" y="500651"/>
            <a:ext cx="8141950" cy="4308900"/>
            <a:chOff x="474823" y="500651"/>
            <a:chExt cx="8141950" cy="4308900"/>
          </a:xfrm>
        </p:grpSpPr>
        <p:sp>
          <p:nvSpPr>
            <p:cNvPr id="167" name="Google Shape;167;p5"/>
            <p:cNvSpPr/>
            <p:nvPr/>
          </p:nvSpPr>
          <p:spPr>
            <a:xfrm>
              <a:off x="8539073" y="1242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74823" y="24508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851198" y="5006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899048" y="47318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2"/>
            </a:gs>
            <a:gs pos="24000">
              <a:srgbClr val="033FA0"/>
            </a:gs>
            <a:gs pos="56000">
              <a:schemeClr val="dk2"/>
            </a:gs>
            <a:gs pos="100000">
              <a:schemeClr val="lt1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" name="Google Shape;174;p6"/>
          <p:cNvGrpSpPr/>
          <p:nvPr/>
        </p:nvGrpSpPr>
        <p:grpSpPr>
          <a:xfrm flipH="1" rot="10800000">
            <a:off x="327081" y="3998759"/>
            <a:ext cx="438336" cy="939067"/>
            <a:chOff x="327075" y="263775"/>
            <a:chExt cx="576228" cy="1234478"/>
          </a:xfrm>
        </p:grpSpPr>
        <p:sp>
          <p:nvSpPr>
            <p:cNvPr id="175" name="Google Shape;175;p6"/>
            <p:cNvSpPr/>
            <p:nvPr/>
          </p:nvSpPr>
          <p:spPr>
            <a:xfrm>
              <a:off x="327075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327075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327075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327075" y="930302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327075" y="1152477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327075" y="1374653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56600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56600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556600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779703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779703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-714115" y="113342"/>
            <a:ext cx="1808472" cy="1616657"/>
            <a:chOff x="2439425" y="817125"/>
            <a:chExt cx="2884325" cy="2578400"/>
          </a:xfrm>
        </p:grpSpPr>
        <p:sp>
          <p:nvSpPr>
            <p:cNvPr id="187" name="Google Shape;187;p6"/>
            <p:cNvSpPr/>
            <p:nvPr/>
          </p:nvSpPr>
          <p:spPr>
            <a:xfrm>
              <a:off x="2468875" y="1532500"/>
              <a:ext cx="1965075" cy="1833200"/>
            </a:xfrm>
            <a:custGeom>
              <a:rect b="b" l="l" r="r" t="t"/>
              <a:pathLst>
                <a:path extrusionOk="0" h="73328" w="78603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8" name="Google Shape;188;p6"/>
            <p:cNvSpPr/>
            <p:nvPr/>
          </p:nvSpPr>
          <p:spPr>
            <a:xfrm>
              <a:off x="3129606" y="912006"/>
              <a:ext cx="2098275" cy="2037625"/>
            </a:xfrm>
            <a:custGeom>
              <a:rect b="b" l="l" r="r" t="t"/>
              <a:pathLst>
                <a:path extrusionOk="0" h="81505" w="83931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9" name="Google Shape;189;p6"/>
            <p:cNvSpPr/>
            <p:nvPr/>
          </p:nvSpPr>
          <p:spPr>
            <a:xfrm>
              <a:off x="4404050" y="1435475"/>
              <a:ext cx="127800" cy="127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5195950" y="817125"/>
              <a:ext cx="127800" cy="127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098175" y="2916400"/>
              <a:ext cx="64200" cy="64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2439425" y="3331325"/>
              <a:ext cx="64200" cy="64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pic>
        <p:nvPicPr>
          <p:cNvPr id="193" name="Google Shape;19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6425" y="196738"/>
            <a:ext cx="2007499" cy="3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7"/>
          <p:cNvSpPr txBox="1"/>
          <p:nvPr>
            <p:ph idx="1" type="subTitle"/>
          </p:nvPr>
        </p:nvSpPr>
        <p:spPr>
          <a:xfrm>
            <a:off x="2424600" y="1576450"/>
            <a:ext cx="42948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98" name="Google Shape;198;p7"/>
          <p:cNvGrpSpPr/>
          <p:nvPr/>
        </p:nvGrpSpPr>
        <p:grpSpPr>
          <a:xfrm>
            <a:off x="463703" y="185251"/>
            <a:ext cx="8416275" cy="4747013"/>
            <a:chOff x="463703" y="185251"/>
            <a:chExt cx="8416275" cy="4747013"/>
          </a:xfrm>
        </p:grpSpPr>
        <p:sp>
          <p:nvSpPr>
            <p:cNvPr id="199" name="Google Shape;199;p7"/>
            <p:cNvSpPr/>
            <p:nvPr/>
          </p:nvSpPr>
          <p:spPr>
            <a:xfrm flipH="1">
              <a:off x="463703" y="16146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 flipH="1">
              <a:off x="8802278" y="29197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 flipH="1">
              <a:off x="6003878" y="1852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 flipH="1">
              <a:off x="4753178" y="4854564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-1089529" y="788905"/>
            <a:ext cx="11663606" cy="3565690"/>
            <a:chOff x="-1089529" y="788905"/>
            <a:chExt cx="11663606" cy="3565690"/>
          </a:xfrm>
        </p:grpSpPr>
        <p:grpSp>
          <p:nvGrpSpPr>
            <p:cNvPr id="204" name="Google Shape;204;p7"/>
            <p:cNvGrpSpPr/>
            <p:nvPr/>
          </p:nvGrpSpPr>
          <p:grpSpPr>
            <a:xfrm flipH="1">
              <a:off x="8190471" y="788905"/>
              <a:ext cx="2383606" cy="2130790"/>
              <a:chOff x="2439425" y="817125"/>
              <a:chExt cx="2884325" cy="2578400"/>
            </a:xfrm>
          </p:grpSpPr>
          <p:sp>
            <p:nvSpPr>
              <p:cNvPr id="205" name="Google Shape;205;p7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06" name="Google Shape;206;p7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07" name="Google Shape;207;p7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11" name="Google Shape;211;p7"/>
            <p:cNvGrpSpPr/>
            <p:nvPr/>
          </p:nvGrpSpPr>
          <p:grpSpPr>
            <a:xfrm flipH="1" rot="10800000">
              <a:off x="-1089529" y="2223805"/>
              <a:ext cx="2383606" cy="2130790"/>
              <a:chOff x="2439425" y="817125"/>
              <a:chExt cx="2884325" cy="2578400"/>
            </a:xfrm>
          </p:grpSpPr>
          <p:sp>
            <p:nvSpPr>
              <p:cNvPr id="212" name="Google Shape;212;p7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3" name="Google Shape;213;p7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4" name="Google Shape;214;p7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17" name="Google Shape;217;p7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218" name="Google Shape;218;p7"/>
          <p:cNvGrpSpPr/>
          <p:nvPr/>
        </p:nvGrpSpPr>
        <p:grpSpPr>
          <a:xfrm>
            <a:off x="0" y="1"/>
            <a:ext cx="9144000" cy="5143500"/>
            <a:chOff x="0" y="1"/>
            <a:chExt cx="9144000" cy="5143500"/>
          </a:xfrm>
        </p:grpSpPr>
        <p:sp>
          <p:nvSpPr>
            <p:cNvPr id="219" name="Google Shape;219;p7"/>
            <p:cNvSpPr/>
            <p:nvPr/>
          </p:nvSpPr>
          <p:spPr>
            <a:xfrm flipH="1" rot="10800000">
              <a:off x="0" y="4643321"/>
              <a:ext cx="1904362" cy="500179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 flipH="1">
              <a:off x="7239638" y="1"/>
              <a:ext cx="1904362" cy="50018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>
            <p:ph type="title"/>
          </p:nvPr>
        </p:nvSpPr>
        <p:spPr>
          <a:xfrm>
            <a:off x="1969250" y="1783075"/>
            <a:ext cx="5205300" cy="15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24" name="Google Shape;224;p8"/>
          <p:cNvGrpSpPr/>
          <p:nvPr/>
        </p:nvGrpSpPr>
        <p:grpSpPr>
          <a:xfrm>
            <a:off x="635523" y="427901"/>
            <a:ext cx="8065650" cy="4435628"/>
            <a:chOff x="635523" y="427901"/>
            <a:chExt cx="8065650" cy="4435628"/>
          </a:xfrm>
        </p:grpSpPr>
        <p:sp>
          <p:nvSpPr>
            <p:cNvPr id="225" name="Google Shape;225;p8"/>
            <p:cNvSpPr/>
            <p:nvPr/>
          </p:nvSpPr>
          <p:spPr>
            <a:xfrm rot="10800000">
              <a:off x="1575003" y="478582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8623473" y="17412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635523" y="336017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4729223" y="427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811098" y="46263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30" name="Google Shape;230;p8"/>
          <p:cNvGrpSpPr/>
          <p:nvPr/>
        </p:nvGrpSpPr>
        <p:grpSpPr>
          <a:xfrm>
            <a:off x="-525028" y="-182307"/>
            <a:ext cx="3482828" cy="3487159"/>
            <a:chOff x="-525028" y="-182307"/>
            <a:chExt cx="3482828" cy="3487159"/>
          </a:xfrm>
        </p:grpSpPr>
        <p:sp>
          <p:nvSpPr>
            <p:cNvPr id="231" name="Google Shape;231;p8"/>
            <p:cNvSpPr/>
            <p:nvPr/>
          </p:nvSpPr>
          <p:spPr>
            <a:xfrm>
              <a:off x="-120200" y="-76200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-141891" y="-182307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p8"/>
            <p:cNvGrpSpPr/>
            <p:nvPr/>
          </p:nvGrpSpPr>
          <p:grpSpPr>
            <a:xfrm>
              <a:off x="-456125" y="98856"/>
              <a:ext cx="3153725" cy="940604"/>
              <a:chOff x="-104552" y="1952776"/>
              <a:chExt cx="5543549" cy="1653374"/>
            </a:xfrm>
          </p:grpSpPr>
          <p:sp>
            <p:nvSpPr>
              <p:cNvPr id="234" name="Google Shape;234;p8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8"/>
            <p:cNvGrpSpPr/>
            <p:nvPr/>
          </p:nvGrpSpPr>
          <p:grpSpPr>
            <a:xfrm rot="10800000">
              <a:off x="-525028" y="902304"/>
              <a:ext cx="2588196" cy="2402549"/>
              <a:chOff x="5398760" y="2293721"/>
              <a:chExt cx="2953888" cy="2742009"/>
            </a:xfrm>
          </p:grpSpPr>
          <p:sp>
            <p:nvSpPr>
              <p:cNvPr id="240" name="Google Shape;240;p8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3" name="Google Shape;243;p8"/>
          <p:cNvGrpSpPr/>
          <p:nvPr/>
        </p:nvGrpSpPr>
        <p:grpSpPr>
          <a:xfrm>
            <a:off x="6130736" y="1867473"/>
            <a:ext cx="3499167" cy="3536830"/>
            <a:chOff x="6130736" y="1867473"/>
            <a:chExt cx="3499167" cy="3536830"/>
          </a:xfrm>
        </p:grpSpPr>
        <p:sp>
          <p:nvSpPr>
            <p:cNvPr id="244" name="Google Shape;244;p8"/>
            <p:cNvSpPr/>
            <p:nvPr/>
          </p:nvSpPr>
          <p:spPr>
            <a:xfrm rot="10800000">
              <a:off x="6130736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 rot="10800000">
              <a:off x="7338100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" name="Google Shape;246;p8"/>
            <p:cNvGrpSpPr/>
            <p:nvPr/>
          </p:nvGrpSpPr>
          <p:grpSpPr>
            <a:xfrm rot="10800000">
              <a:off x="6446400" y="3922931"/>
              <a:ext cx="3153725" cy="940604"/>
              <a:chOff x="-104552" y="1952776"/>
              <a:chExt cx="5543549" cy="1653374"/>
            </a:xfrm>
          </p:grpSpPr>
          <p:sp>
            <p:nvSpPr>
              <p:cNvPr id="247" name="Google Shape;247;p8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8"/>
            <p:cNvGrpSpPr/>
            <p:nvPr/>
          </p:nvGrpSpPr>
          <p:grpSpPr>
            <a:xfrm>
              <a:off x="7041707" y="1867473"/>
              <a:ext cx="2588196" cy="2402549"/>
              <a:chOff x="5398760" y="2293721"/>
              <a:chExt cx="2953888" cy="2742009"/>
            </a:xfrm>
          </p:grpSpPr>
          <p:sp>
            <p:nvSpPr>
              <p:cNvPr id="253" name="Google Shape;253;p8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>
            <p:ph type="title"/>
          </p:nvPr>
        </p:nvSpPr>
        <p:spPr>
          <a:xfrm>
            <a:off x="2135550" y="1374650"/>
            <a:ext cx="4872900" cy="14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" name="Google Shape;259;p9"/>
          <p:cNvSpPr txBox="1"/>
          <p:nvPr>
            <p:ph idx="1" type="subTitle"/>
          </p:nvPr>
        </p:nvSpPr>
        <p:spPr>
          <a:xfrm>
            <a:off x="2135550" y="269497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0" name="Google Shape;260;p9"/>
          <p:cNvGrpSpPr/>
          <p:nvPr/>
        </p:nvGrpSpPr>
        <p:grpSpPr>
          <a:xfrm>
            <a:off x="175811" y="211114"/>
            <a:ext cx="8792378" cy="4771619"/>
            <a:chOff x="175811" y="211114"/>
            <a:chExt cx="8792378" cy="4771619"/>
          </a:xfrm>
        </p:grpSpPr>
        <p:grpSp>
          <p:nvGrpSpPr>
            <p:cNvPr id="261" name="Google Shape;261;p9"/>
            <p:cNvGrpSpPr/>
            <p:nvPr/>
          </p:nvGrpSpPr>
          <p:grpSpPr>
            <a:xfrm>
              <a:off x="175811" y="211114"/>
              <a:ext cx="1127828" cy="71819"/>
              <a:chOff x="-230925" y="1276800"/>
              <a:chExt cx="1822900" cy="116100"/>
            </a:xfrm>
          </p:grpSpPr>
          <p:sp>
            <p:nvSpPr>
              <p:cNvPr id="262" name="Google Shape;262;p9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9"/>
            <p:cNvGrpSpPr/>
            <p:nvPr/>
          </p:nvGrpSpPr>
          <p:grpSpPr>
            <a:xfrm>
              <a:off x="7840361" y="4910914"/>
              <a:ext cx="1127828" cy="71819"/>
              <a:chOff x="-230925" y="1276800"/>
              <a:chExt cx="1822900" cy="116100"/>
            </a:xfrm>
          </p:grpSpPr>
          <p:sp>
            <p:nvSpPr>
              <p:cNvPr id="272" name="Google Shape;272;p9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9"/>
          <p:cNvGrpSpPr/>
          <p:nvPr/>
        </p:nvGrpSpPr>
        <p:grpSpPr>
          <a:xfrm>
            <a:off x="453723" y="438451"/>
            <a:ext cx="8053000" cy="4196425"/>
            <a:chOff x="453723" y="438451"/>
            <a:chExt cx="8053000" cy="4196425"/>
          </a:xfrm>
        </p:grpSpPr>
        <p:sp>
          <p:nvSpPr>
            <p:cNvPr id="282" name="Google Shape;282;p9"/>
            <p:cNvSpPr/>
            <p:nvPr/>
          </p:nvSpPr>
          <p:spPr>
            <a:xfrm>
              <a:off x="453723" y="13746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4929698" y="4384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8429023" y="363748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4745473" y="45571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86" name="Google Shape;286;p9"/>
          <p:cNvGrpSpPr/>
          <p:nvPr/>
        </p:nvGrpSpPr>
        <p:grpSpPr>
          <a:xfrm>
            <a:off x="-58048" y="2415003"/>
            <a:ext cx="3349901" cy="2801175"/>
            <a:chOff x="-58048" y="2415003"/>
            <a:chExt cx="3349901" cy="2801175"/>
          </a:xfrm>
        </p:grpSpPr>
        <p:sp>
          <p:nvSpPr>
            <p:cNvPr id="287" name="Google Shape;287;p9"/>
            <p:cNvSpPr/>
            <p:nvPr/>
          </p:nvSpPr>
          <p:spPr>
            <a:xfrm flipH="1" rot="10800000">
              <a:off x="-58048" y="2555675"/>
              <a:ext cx="3349901" cy="2660502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 flipH="1" rot="10800000">
              <a:off x="-21690" y="3713270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9"/>
            <p:cNvGrpSpPr/>
            <p:nvPr/>
          </p:nvGrpSpPr>
          <p:grpSpPr>
            <a:xfrm flipH="1">
              <a:off x="615021" y="2415003"/>
              <a:ext cx="2383606" cy="2130790"/>
              <a:chOff x="2439425" y="817125"/>
              <a:chExt cx="2884325" cy="2578400"/>
            </a:xfrm>
          </p:grpSpPr>
          <p:sp>
            <p:nvSpPr>
              <p:cNvPr id="290" name="Google Shape;290;p9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1" name="Google Shape;291;p9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2" name="Google Shape;292;p9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296" name="Google Shape;296;p9"/>
          <p:cNvGrpSpPr/>
          <p:nvPr/>
        </p:nvGrpSpPr>
        <p:grpSpPr>
          <a:xfrm>
            <a:off x="5858177" y="3"/>
            <a:ext cx="3349901" cy="2781700"/>
            <a:chOff x="5858177" y="3"/>
            <a:chExt cx="3349901" cy="2781700"/>
          </a:xfrm>
        </p:grpSpPr>
        <p:sp>
          <p:nvSpPr>
            <p:cNvPr id="297" name="Google Shape;297;p9"/>
            <p:cNvSpPr/>
            <p:nvPr/>
          </p:nvSpPr>
          <p:spPr>
            <a:xfrm flipH="1">
              <a:off x="5858177" y="3"/>
              <a:ext cx="3349901" cy="2660502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 flipH="1">
              <a:off x="7279393" y="11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9" name="Google Shape;299;p9"/>
            <p:cNvGrpSpPr/>
            <p:nvPr/>
          </p:nvGrpSpPr>
          <p:grpSpPr>
            <a:xfrm flipH="1" rot="10800000">
              <a:off x="6205128" y="650912"/>
              <a:ext cx="2383606" cy="2130790"/>
              <a:chOff x="2439425" y="817125"/>
              <a:chExt cx="2884325" cy="2578400"/>
            </a:xfrm>
          </p:grpSpPr>
          <p:sp>
            <p:nvSpPr>
              <p:cNvPr id="300" name="Google Shape;300;p9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1" name="Google Shape;301;p9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2" name="Google Shape;302;p9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>
            <p:ph idx="2" type="pic"/>
          </p:nvPr>
        </p:nvSpPr>
        <p:spPr>
          <a:xfrm>
            <a:off x="-6650" y="-665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10"/>
          <p:cNvSpPr txBox="1"/>
          <p:nvPr>
            <p:ph type="title"/>
          </p:nvPr>
        </p:nvSpPr>
        <p:spPr>
          <a:xfrm>
            <a:off x="720000" y="3919600"/>
            <a:ext cx="7704000" cy="530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 txBox="1"/>
          <p:nvPr>
            <p:ph hasCustomPrompt="1" type="title"/>
          </p:nvPr>
        </p:nvSpPr>
        <p:spPr>
          <a:xfrm>
            <a:off x="1895625" y="1793625"/>
            <a:ext cx="5352900" cy="12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2" name="Google Shape;312;p11"/>
          <p:cNvSpPr txBox="1"/>
          <p:nvPr>
            <p:ph idx="1" type="subTitle"/>
          </p:nvPr>
        </p:nvSpPr>
        <p:spPr>
          <a:xfrm>
            <a:off x="1895625" y="2974697"/>
            <a:ext cx="5352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13" name="Google Shape;313;p11"/>
          <p:cNvGrpSpPr/>
          <p:nvPr/>
        </p:nvGrpSpPr>
        <p:grpSpPr>
          <a:xfrm>
            <a:off x="162923" y="313870"/>
            <a:ext cx="8660200" cy="4580781"/>
            <a:chOff x="162923" y="313870"/>
            <a:chExt cx="8660200" cy="4580781"/>
          </a:xfrm>
        </p:grpSpPr>
        <p:sp>
          <p:nvSpPr>
            <p:cNvPr id="314" name="Google Shape;314;p11"/>
            <p:cNvSpPr/>
            <p:nvPr/>
          </p:nvSpPr>
          <p:spPr>
            <a:xfrm flipH="1">
              <a:off x="383206" y="15384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162923" y="35455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8745423" y="11251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3991698" y="48169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4876188" y="313870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319" name="Google Shape;319;p11"/>
          <p:cNvGrpSpPr/>
          <p:nvPr/>
        </p:nvGrpSpPr>
        <p:grpSpPr>
          <a:xfrm>
            <a:off x="-134248" y="-76197"/>
            <a:ext cx="3349901" cy="2781700"/>
            <a:chOff x="-134248" y="-76197"/>
            <a:chExt cx="3349901" cy="2781700"/>
          </a:xfrm>
        </p:grpSpPr>
        <p:sp>
          <p:nvSpPr>
            <p:cNvPr id="320" name="Google Shape;320;p11"/>
            <p:cNvSpPr/>
            <p:nvPr/>
          </p:nvSpPr>
          <p:spPr>
            <a:xfrm>
              <a:off x="-134248" y="-76197"/>
              <a:ext cx="3349901" cy="2660502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-97890" y="-76189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2" name="Google Shape;322;p11"/>
            <p:cNvGrpSpPr/>
            <p:nvPr/>
          </p:nvGrpSpPr>
          <p:grpSpPr>
            <a:xfrm rot="10800000">
              <a:off x="485096" y="574712"/>
              <a:ext cx="2383606" cy="2130790"/>
              <a:chOff x="2439425" y="817125"/>
              <a:chExt cx="2884325" cy="2578400"/>
            </a:xfrm>
          </p:grpSpPr>
          <p:sp>
            <p:nvSpPr>
              <p:cNvPr id="323" name="Google Shape;323;p11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4" name="Google Shape;324;p11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5" name="Google Shape;325;p11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26" name="Google Shape;326;p11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27" name="Google Shape;327;p11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28" name="Google Shape;328;p11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329" name="Google Shape;329;p11"/>
          <p:cNvGrpSpPr/>
          <p:nvPr/>
        </p:nvGrpSpPr>
        <p:grpSpPr>
          <a:xfrm>
            <a:off x="5934377" y="2491203"/>
            <a:ext cx="3349901" cy="2801175"/>
            <a:chOff x="5934377" y="2491203"/>
            <a:chExt cx="3349901" cy="2801175"/>
          </a:xfrm>
        </p:grpSpPr>
        <p:sp>
          <p:nvSpPr>
            <p:cNvPr id="330" name="Google Shape;330;p11"/>
            <p:cNvSpPr/>
            <p:nvPr/>
          </p:nvSpPr>
          <p:spPr>
            <a:xfrm rot="10800000">
              <a:off x="5934377" y="2631875"/>
              <a:ext cx="3349901" cy="2660502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 rot="10800000">
              <a:off x="7355593" y="3789470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" name="Google Shape;332;p11"/>
            <p:cNvGrpSpPr/>
            <p:nvPr/>
          </p:nvGrpSpPr>
          <p:grpSpPr>
            <a:xfrm>
              <a:off x="6227603" y="2491203"/>
              <a:ext cx="2383606" cy="2130790"/>
              <a:chOff x="2439425" y="817125"/>
              <a:chExt cx="2884325" cy="2578400"/>
            </a:xfrm>
          </p:grpSpPr>
          <p:sp>
            <p:nvSpPr>
              <p:cNvPr id="333" name="Google Shape;333;p11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4" name="Google Shape;334;p11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1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gradFill>
          <a:gsLst>
            <a:gs pos="0">
              <a:schemeClr val="lt2"/>
            </a:gs>
            <a:gs pos="24000">
              <a:srgbClr val="033FA0"/>
            </a:gs>
            <a:gs pos="56000">
              <a:schemeClr val="dk2"/>
            </a:gs>
            <a:gs pos="100000">
              <a:schemeClr val="lt1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13"/>
          <p:cNvSpPr txBox="1"/>
          <p:nvPr>
            <p:ph idx="1" type="subTitle"/>
          </p:nvPr>
        </p:nvSpPr>
        <p:spPr>
          <a:xfrm>
            <a:off x="1736820" y="2037168"/>
            <a:ext cx="27816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3"/>
          <p:cNvSpPr txBox="1"/>
          <p:nvPr>
            <p:ph idx="2" type="subTitle"/>
          </p:nvPr>
        </p:nvSpPr>
        <p:spPr>
          <a:xfrm>
            <a:off x="5416181" y="2037168"/>
            <a:ext cx="27816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13"/>
          <p:cNvSpPr txBox="1"/>
          <p:nvPr>
            <p:ph idx="3" type="subTitle"/>
          </p:nvPr>
        </p:nvSpPr>
        <p:spPr>
          <a:xfrm>
            <a:off x="1736820" y="3774200"/>
            <a:ext cx="27816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3"/>
          <p:cNvSpPr txBox="1"/>
          <p:nvPr>
            <p:ph idx="4" type="subTitle"/>
          </p:nvPr>
        </p:nvSpPr>
        <p:spPr>
          <a:xfrm>
            <a:off x="5416181" y="3774200"/>
            <a:ext cx="27816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3"/>
          <p:cNvSpPr txBox="1"/>
          <p:nvPr>
            <p:ph hasCustomPrompt="1" idx="5" type="title"/>
          </p:nvPr>
        </p:nvSpPr>
        <p:spPr>
          <a:xfrm>
            <a:off x="946225" y="1735600"/>
            <a:ext cx="633600" cy="5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8" name="Google Shape;348;p13"/>
          <p:cNvSpPr txBox="1"/>
          <p:nvPr>
            <p:ph hasCustomPrompt="1" idx="6" type="title"/>
          </p:nvPr>
        </p:nvSpPr>
        <p:spPr>
          <a:xfrm>
            <a:off x="946225" y="3475150"/>
            <a:ext cx="633600" cy="5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9" name="Google Shape;349;p13"/>
          <p:cNvSpPr txBox="1"/>
          <p:nvPr>
            <p:ph hasCustomPrompt="1" idx="7" type="title"/>
          </p:nvPr>
        </p:nvSpPr>
        <p:spPr>
          <a:xfrm>
            <a:off x="4650500" y="1735600"/>
            <a:ext cx="633600" cy="5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0" name="Google Shape;350;p13"/>
          <p:cNvSpPr txBox="1"/>
          <p:nvPr>
            <p:ph hasCustomPrompt="1" idx="8" type="title"/>
          </p:nvPr>
        </p:nvSpPr>
        <p:spPr>
          <a:xfrm>
            <a:off x="4627702" y="3475150"/>
            <a:ext cx="633600" cy="5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/>
          <p:nvPr>
            <p:ph idx="9" type="subTitle"/>
          </p:nvPr>
        </p:nvSpPr>
        <p:spPr>
          <a:xfrm>
            <a:off x="1736809" y="1549550"/>
            <a:ext cx="2781600" cy="62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2" name="Google Shape;352;p13"/>
          <p:cNvSpPr txBox="1"/>
          <p:nvPr>
            <p:ph idx="13" type="subTitle"/>
          </p:nvPr>
        </p:nvSpPr>
        <p:spPr>
          <a:xfrm>
            <a:off x="5416176" y="1549550"/>
            <a:ext cx="2781600" cy="62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3" name="Google Shape;353;p13"/>
          <p:cNvSpPr txBox="1"/>
          <p:nvPr>
            <p:ph idx="14" type="subTitle"/>
          </p:nvPr>
        </p:nvSpPr>
        <p:spPr>
          <a:xfrm>
            <a:off x="1736809" y="3321175"/>
            <a:ext cx="2781600" cy="59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4" name="Google Shape;354;p13"/>
          <p:cNvSpPr txBox="1"/>
          <p:nvPr>
            <p:ph idx="15" type="subTitle"/>
          </p:nvPr>
        </p:nvSpPr>
        <p:spPr>
          <a:xfrm>
            <a:off x="5416176" y="3321175"/>
            <a:ext cx="2781600" cy="59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55" name="Google Shape;355;p13"/>
          <p:cNvGrpSpPr/>
          <p:nvPr/>
        </p:nvGrpSpPr>
        <p:grpSpPr>
          <a:xfrm>
            <a:off x="282475" y="301264"/>
            <a:ext cx="8579350" cy="4540973"/>
            <a:chOff x="282475" y="301264"/>
            <a:chExt cx="8579350" cy="4540973"/>
          </a:xfrm>
        </p:grpSpPr>
        <p:grpSp>
          <p:nvGrpSpPr>
            <p:cNvPr id="356" name="Google Shape;356;p13"/>
            <p:cNvGrpSpPr/>
            <p:nvPr/>
          </p:nvGrpSpPr>
          <p:grpSpPr>
            <a:xfrm>
              <a:off x="8686750" y="301264"/>
              <a:ext cx="175075" cy="2067598"/>
              <a:chOff x="8612875" y="179970"/>
              <a:chExt cx="175075" cy="2067598"/>
            </a:xfrm>
          </p:grpSpPr>
          <p:pic>
            <p:nvPicPr>
              <p:cNvPr id="357" name="Google Shape;357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8" name="Google Shape;358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9" name="Google Shape;359;p13"/>
            <p:cNvGrpSpPr/>
            <p:nvPr/>
          </p:nvGrpSpPr>
          <p:grpSpPr>
            <a:xfrm>
              <a:off x="282475" y="2774639"/>
              <a:ext cx="175075" cy="2067598"/>
              <a:chOff x="8612875" y="179970"/>
              <a:chExt cx="175075" cy="2067598"/>
            </a:xfrm>
          </p:grpSpPr>
          <p:pic>
            <p:nvPicPr>
              <p:cNvPr id="360" name="Google Shape;360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2" name="Google Shape;362;p13"/>
          <p:cNvGrpSpPr/>
          <p:nvPr/>
        </p:nvGrpSpPr>
        <p:grpSpPr>
          <a:xfrm>
            <a:off x="-1" y="0"/>
            <a:ext cx="9165378" cy="5143500"/>
            <a:chOff x="-1" y="0"/>
            <a:chExt cx="9165378" cy="5143500"/>
          </a:xfrm>
        </p:grpSpPr>
        <p:sp>
          <p:nvSpPr>
            <p:cNvPr id="363" name="Google Shape;363;p13"/>
            <p:cNvSpPr/>
            <p:nvPr/>
          </p:nvSpPr>
          <p:spPr>
            <a:xfrm>
              <a:off x="-1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 rot="10800000">
              <a:off x="6914274" y="455225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412640" y="780839"/>
            <a:ext cx="6228528" cy="4212394"/>
            <a:chOff x="412640" y="780839"/>
            <a:chExt cx="6228528" cy="4212394"/>
          </a:xfrm>
        </p:grpSpPr>
        <p:grpSp>
          <p:nvGrpSpPr>
            <p:cNvPr id="366" name="Google Shape;366;p13"/>
            <p:cNvGrpSpPr/>
            <p:nvPr/>
          </p:nvGrpSpPr>
          <p:grpSpPr>
            <a:xfrm>
              <a:off x="412640" y="780839"/>
              <a:ext cx="1127828" cy="71819"/>
              <a:chOff x="-230925" y="1276800"/>
              <a:chExt cx="1822900" cy="116100"/>
            </a:xfrm>
          </p:grpSpPr>
          <p:sp>
            <p:nvSpPr>
              <p:cNvPr id="367" name="Google Shape;367;p13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p13"/>
            <p:cNvGrpSpPr/>
            <p:nvPr/>
          </p:nvGrpSpPr>
          <p:grpSpPr>
            <a:xfrm>
              <a:off x="5513340" y="4921414"/>
              <a:ext cx="1127828" cy="71819"/>
              <a:chOff x="-230925" y="1276800"/>
              <a:chExt cx="1822900" cy="116100"/>
            </a:xfrm>
          </p:grpSpPr>
          <p:sp>
            <p:nvSpPr>
              <p:cNvPr id="377" name="Google Shape;377;p13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13"/>
          <p:cNvGrpSpPr/>
          <p:nvPr/>
        </p:nvGrpSpPr>
        <p:grpSpPr>
          <a:xfrm>
            <a:off x="635523" y="591251"/>
            <a:ext cx="7443150" cy="4250975"/>
            <a:chOff x="635523" y="591251"/>
            <a:chExt cx="7443150" cy="4250975"/>
          </a:xfrm>
        </p:grpSpPr>
        <p:sp>
          <p:nvSpPr>
            <p:cNvPr id="387" name="Google Shape;387;p13"/>
            <p:cNvSpPr/>
            <p:nvPr/>
          </p:nvSpPr>
          <p:spPr>
            <a:xfrm>
              <a:off x="8000973" y="5912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4188698" y="47645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635523" y="15040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 txBox="1"/>
          <p:nvPr>
            <p:ph type="title"/>
          </p:nvPr>
        </p:nvSpPr>
        <p:spPr>
          <a:xfrm>
            <a:off x="1911000" y="3100300"/>
            <a:ext cx="5322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14"/>
          <p:cNvSpPr txBox="1"/>
          <p:nvPr>
            <p:ph idx="1" type="subTitle"/>
          </p:nvPr>
        </p:nvSpPr>
        <p:spPr>
          <a:xfrm>
            <a:off x="1621400" y="1511325"/>
            <a:ext cx="59013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94" name="Google Shape;394;p14"/>
          <p:cNvGrpSpPr/>
          <p:nvPr/>
        </p:nvGrpSpPr>
        <p:grpSpPr>
          <a:xfrm>
            <a:off x="327123" y="360751"/>
            <a:ext cx="8468455" cy="4330950"/>
            <a:chOff x="327123" y="360751"/>
            <a:chExt cx="8468455" cy="4330950"/>
          </a:xfrm>
        </p:grpSpPr>
        <p:sp>
          <p:nvSpPr>
            <p:cNvPr id="395" name="Google Shape;395;p14"/>
            <p:cNvSpPr/>
            <p:nvPr/>
          </p:nvSpPr>
          <p:spPr>
            <a:xfrm rot="10800000">
              <a:off x="8717878" y="188697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7377208" y="3607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327123" y="30226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2708793" y="4384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3472688" y="46140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400" name="Google Shape;400;p14"/>
          <p:cNvGrpSpPr/>
          <p:nvPr/>
        </p:nvGrpSpPr>
        <p:grpSpPr>
          <a:xfrm>
            <a:off x="-177062" y="-182307"/>
            <a:ext cx="3134861" cy="3091407"/>
            <a:chOff x="-177062" y="-182307"/>
            <a:chExt cx="3134861" cy="3091407"/>
          </a:xfrm>
        </p:grpSpPr>
        <p:sp>
          <p:nvSpPr>
            <p:cNvPr id="401" name="Google Shape;401;p14"/>
            <p:cNvSpPr/>
            <p:nvPr/>
          </p:nvSpPr>
          <p:spPr>
            <a:xfrm>
              <a:off x="-120200" y="-76200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-141891" y="-182307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3" name="Google Shape;403;p14"/>
            <p:cNvGrpSpPr/>
            <p:nvPr/>
          </p:nvGrpSpPr>
          <p:grpSpPr>
            <a:xfrm>
              <a:off x="-177062" y="9"/>
              <a:ext cx="2454681" cy="2278610"/>
              <a:chOff x="5398760" y="2293721"/>
              <a:chExt cx="2953888" cy="2742009"/>
            </a:xfrm>
          </p:grpSpPr>
          <p:sp>
            <p:nvSpPr>
              <p:cNvPr id="404" name="Google Shape;404;p14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4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" name="Google Shape;407;p14"/>
            <p:cNvGrpSpPr/>
            <p:nvPr/>
          </p:nvGrpSpPr>
          <p:grpSpPr>
            <a:xfrm>
              <a:off x="250881" y="187584"/>
              <a:ext cx="438336" cy="939067"/>
              <a:chOff x="327075" y="263775"/>
              <a:chExt cx="576228" cy="1234478"/>
            </a:xfrm>
          </p:grpSpPr>
          <p:sp>
            <p:nvSpPr>
              <p:cNvPr id="408" name="Google Shape;408;p14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09" name="Google Shape;409;p14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0" name="Google Shape;410;p14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1" name="Google Shape;411;p14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2" name="Google Shape;412;p14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3" name="Google Shape;413;p14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4" name="Google Shape;414;p14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5" name="Google Shape;415;p14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419" name="Google Shape;419;p14"/>
          <p:cNvGrpSpPr/>
          <p:nvPr/>
        </p:nvGrpSpPr>
        <p:grpSpPr>
          <a:xfrm>
            <a:off x="6130736" y="2312896"/>
            <a:ext cx="3190326" cy="3091407"/>
            <a:chOff x="6130736" y="2312896"/>
            <a:chExt cx="3190326" cy="3091407"/>
          </a:xfrm>
        </p:grpSpPr>
        <p:sp>
          <p:nvSpPr>
            <p:cNvPr id="420" name="Google Shape;420;p14"/>
            <p:cNvSpPr/>
            <p:nvPr/>
          </p:nvSpPr>
          <p:spPr>
            <a:xfrm rot="10800000">
              <a:off x="6130736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 rot="10800000">
              <a:off x="7338100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2" name="Google Shape;422;p14"/>
            <p:cNvGrpSpPr/>
            <p:nvPr/>
          </p:nvGrpSpPr>
          <p:grpSpPr>
            <a:xfrm rot="10800000">
              <a:off x="6866381" y="2915056"/>
              <a:ext cx="2454681" cy="2278610"/>
              <a:chOff x="5398760" y="2293721"/>
              <a:chExt cx="2953888" cy="2742009"/>
            </a:xfrm>
          </p:grpSpPr>
          <p:sp>
            <p:nvSpPr>
              <p:cNvPr id="423" name="Google Shape;423;p14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4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14"/>
            <p:cNvGrpSpPr/>
            <p:nvPr/>
          </p:nvGrpSpPr>
          <p:grpSpPr>
            <a:xfrm rot="10800000">
              <a:off x="8487318" y="4095345"/>
              <a:ext cx="438336" cy="939067"/>
              <a:chOff x="327075" y="263775"/>
              <a:chExt cx="576228" cy="1234478"/>
            </a:xfrm>
          </p:grpSpPr>
          <p:sp>
            <p:nvSpPr>
              <p:cNvPr id="427" name="Google Shape;427;p14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0" name="Google Shape;430;p14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1" name="Google Shape;431;p14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2" name="Google Shape;432;p14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3" name="Google Shape;433;p14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4" name="Google Shape;434;p14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5" name="Google Shape;435;p14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6" name="Google Shape;436;p14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37" name="Google Shape;437;p14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5"/>
          <p:cNvSpPr txBox="1"/>
          <p:nvPr>
            <p:ph type="title"/>
          </p:nvPr>
        </p:nvSpPr>
        <p:spPr>
          <a:xfrm>
            <a:off x="2956750" y="1732550"/>
            <a:ext cx="48408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1" name="Google Shape;441;p15"/>
          <p:cNvSpPr txBox="1"/>
          <p:nvPr>
            <p:ph hasCustomPrompt="1" idx="2" type="title"/>
          </p:nvPr>
        </p:nvSpPr>
        <p:spPr>
          <a:xfrm>
            <a:off x="1346450" y="2014767"/>
            <a:ext cx="1445100" cy="128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2" name="Google Shape;442;p15"/>
          <p:cNvSpPr txBox="1"/>
          <p:nvPr>
            <p:ph idx="1" type="subTitle"/>
          </p:nvPr>
        </p:nvSpPr>
        <p:spPr>
          <a:xfrm>
            <a:off x="2956750" y="3035925"/>
            <a:ext cx="48408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3" name="Google Shape;443;p15"/>
          <p:cNvGrpSpPr/>
          <p:nvPr/>
        </p:nvGrpSpPr>
        <p:grpSpPr>
          <a:xfrm>
            <a:off x="422075" y="272938"/>
            <a:ext cx="8358174" cy="4649750"/>
            <a:chOff x="422075" y="272938"/>
            <a:chExt cx="8358174" cy="4649750"/>
          </a:xfrm>
        </p:grpSpPr>
        <p:pic>
          <p:nvPicPr>
            <p:cNvPr id="444" name="Google Shape;444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22075" y="272938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772750" y="4603988"/>
              <a:ext cx="2007499" cy="31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15"/>
          <p:cNvGrpSpPr/>
          <p:nvPr/>
        </p:nvGrpSpPr>
        <p:grpSpPr>
          <a:xfrm>
            <a:off x="422073" y="438451"/>
            <a:ext cx="8310180" cy="4265600"/>
            <a:chOff x="422073" y="438451"/>
            <a:chExt cx="8310180" cy="4265600"/>
          </a:xfrm>
        </p:grpSpPr>
        <p:sp>
          <p:nvSpPr>
            <p:cNvPr id="447" name="Google Shape;447;p15"/>
            <p:cNvSpPr/>
            <p:nvPr/>
          </p:nvSpPr>
          <p:spPr>
            <a:xfrm rot="10800000">
              <a:off x="8654553" y="2994804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422073" y="20710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4929698" y="4384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5811098" y="46263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451" name="Google Shape;451;p15"/>
          <p:cNvGrpSpPr/>
          <p:nvPr/>
        </p:nvGrpSpPr>
        <p:grpSpPr>
          <a:xfrm>
            <a:off x="-347226" y="2682610"/>
            <a:ext cx="3429974" cy="2460899"/>
            <a:chOff x="-347226" y="2682610"/>
            <a:chExt cx="3429974" cy="2460899"/>
          </a:xfrm>
        </p:grpSpPr>
        <p:sp>
          <p:nvSpPr>
            <p:cNvPr id="452" name="Google Shape;452;p15"/>
            <p:cNvSpPr/>
            <p:nvPr/>
          </p:nvSpPr>
          <p:spPr>
            <a:xfrm flipH="1" rot="10800000">
              <a:off x="-15828" y="2682610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5"/>
            <p:cNvSpPr/>
            <p:nvPr/>
          </p:nvSpPr>
          <p:spPr>
            <a:xfrm flipH="1" rot="10800000">
              <a:off x="-1" y="4552256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" name="Google Shape;454;p15"/>
            <p:cNvGrpSpPr/>
            <p:nvPr/>
          </p:nvGrpSpPr>
          <p:grpSpPr>
            <a:xfrm flipH="1" rot="10800000">
              <a:off x="-347226" y="3528820"/>
              <a:ext cx="3153725" cy="940604"/>
              <a:chOff x="-104552" y="1952776"/>
              <a:chExt cx="5543549" cy="1653374"/>
            </a:xfrm>
          </p:grpSpPr>
          <p:sp>
            <p:nvSpPr>
              <p:cNvPr id="455" name="Google Shape;455;p15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0" name="Google Shape;460;p15"/>
          <p:cNvGrpSpPr/>
          <p:nvPr/>
        </p:nvGrpSpPr>
        <p:grpSpPr>
          <a:xfrm>
            <a:off x="6071578" y="-3"/>
            <a:ext cx="3429974" cy="2460899"/>
            <a:chOff x="6071578" y="-3"/>
            <a:chExt cx="3429974" cy="2460899"/>
          </a:xfrm>
        </p:grpSpPr>
        <p:sp>
          <p:nvSpPr>
            <p:cNvPr id="461" name="Google Shape;461;p15"/>
            <p:cNvSpPr/>
            <p:nvPr/>
          </p:nvSpPr>
          <p:spPr>
            <a:xfrm flipH="1">
              <a:off x="607157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 flipH="1">
              <a:off x="6903224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15"/>
            <p:cNvGrpSpPr/>
            <p:nvPr/>
          </p:nvGrpSpPr>
          <p:grpSpPr>
            <a:xfrm flipH="1">
              <a:off x="6347827" y="674081"/>
              <a:ext cx="3153725" cy="940604"/>
              <a:chOff x="-104552" y="1952776"/>
              <a:chExt cx="5543549" cy="1653374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2" name="Google Shape;472;p16"/>
          <p:cNvGrpSpPr/>
          <p:nvPr/>
        </p:nvGrpSpPr>
        <p:grpSpPr>
          <a:xfrm>
            <a:off x="7382100" y="3346296"/>
            <a:ext cx="2081611" cy="2058007"/>
            <a:chOff x="7382100" y="3346296"/>
            <a:chExt cx="2081611" cy="2058007"/>
          </a:xfrm>
        </p:grpSpPr>
        <p:sp>
          <p:nvSpPr>
            <p:cNvPr id="473" name="Google Shape;473;p16"/>
            <p:cNvSpPr/>
            <p:nvPr/>
          </p:nvSpPr>
          <p:spPr>
            <a:xfrm rot="10800000">
              <a:off x="7382100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4" name="Google Shape;474;p16"/>
            <p:cNvGrpSpPr/>
            <p:nvPr/>
          </p:nvGrpSpPr>
          <p:grpSpPr>
            <a:xfrm rot="10800000">
              <a:off x="8487318" y="4095345"/>
              <a:ext cx="438336" cy="939067"/>
              <a:chOff x="327075" y="263775"/>
              <a:chExt cx="576228" cy="1234478"/>
            </a:xfrm>
          </p:grpSpPr>
          <p:sp>
            <p:nvSpPr>
              <p:cNvPr id="475" name="Google Shape;475;p16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78" name="Google Shape;478;p16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1" name="Google Shape;481;p16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2" name="Google Shape;482;p16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cxnSp>
          <p:nvCxnSpPr>
            <p:cNvPr id="486" name="Google Shape;486;p16"/>
            <p:cNvCxnSpPr/>
            <p:nvPr/>
          </p:nvCxnSpPr>
          <p:spPr>
            <a:xfrm flipH="1" rot="10800000">
              <a:off x="7459111" y="3346296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</p:grpSp>
      <p:grpSp>
        <p:nvGrpSpPr>
          <p:cNvPr id="487" name="Google Shape;487;p16"/>
          <p:cNvGrpSpPr/>
          <p:nvPr/>
        </p:nvGrpSpPr>
        <p:grpSpPr>
          <a:xfrm>
            <a:off x="203403" y="275501"/>
            <a:ext cx="7422920" cy="4580950"/>
            <a:chOff x="203403" y="275501"/>
            <a:chExt cx="7422920" cy="4580950"/>
          </a:xfrm>
        </p:grpSpPr>
        <p:sp>
          <p:nvSpPr>
            <p:cNvPr id="488" name="Google Shape;488;p16"/>
            <p:cNvSpPr/>
            <p:nvPr/>
          </p:nvSpPr>
          <p:spPr>
            <a:xfrm rot="10800000">
              <a:off x="203403" y="112822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7548623" y="2755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5811098" y="47787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94" name="Google Shape;494;p17"/>
          <p:cNvGrpSpPr/>
          <p:nvPr/>
        </p:nvGrpSpPr>
        <p:grpSpPr>
          <a:xfrm>
            <a:off x="-189310" y="-1"/>
            <a:ext cx="1476472" cy="1172618"/>
            <a:chOff x="-15828" y="-3"/>
            <a:chExt cx="3098576" cy="2460899"/>
          </a:xfrm>
        </p:grpSpPr>
        <p:sp>
          <p:nvSpPr>
            <p:cNvPr id="495" name="Google Shape;495;p17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7"/>
          <p:cNvGrpSpPr/>
          <p:nvPr/>
        </p:nvGrpSpPr>
        <p:grpSpPr>
          <a:xfrm>
            <a:off x="355803" y="1189901"/>
            <a:ext cx="8184920" cy="3666550"/>
            <a:chOff x="355803" y="1189901"/>
            <a:chExt cx="8184920" cy="3666550"/>
          </a:xfrm>
        </p:grpSpPr>
        <p:sp>
          <p:nvSpPr>
            <p:cNvPr id="498" name="Google Shape;498;p17"/>
            <p:cNvSpPr/>
            <p:nvPr/>
          </p:nvSpPr>
          <p:spPr>
            <a:xfrm rot="10800000">
              <a:off x="355803" y="189022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8463023" y="1189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5277698" y="47787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8"/>
          <p:cNvSpPr txBox="1"/>
          <p:nvPr>
            <p:ph type="title"/>
          </p:nvPr>
        </p:nvSpPr>
        <p:spPr>
          <a:xfrm>
            <a:off x="1022038" y="1232075"/>
            <a:ext cx="3437100" cy="18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4" name="Google Shape;504;p18"/>
          <p:cNvSpPr txBox="1"/>
          <p:nvPr>
            <p:ph idx="1" type="subTitle"/>
          </p:nvPr>
        </p:nvSpPr>
        <p:spPr>
          <a:xfrm>
            <a:off x="1022038" y="3042325"/>
            <a:ext cx="3437100" cy="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18"/>
          <p:cNvSpPr/>
          <p:nvPr>
            <p:ph idx="2" type="pic"/>
          </p:nvPr>
        </p:nvSpPr>
        <p:spPr>
          <a:xfrm>
            <a:off x="4847538" y="981225"/>
            <a:ext cx="3274500" cy="318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8"/>
          <p:cNvSpPr/>
          <p:nvPr/>
        </p:nvSpPr>
        <p:spPr>
          <a:xfrm rot="10800000">
            <a:off x="6104572" y="2682610"/>
            <a:ext cx="3098576" cy="2460899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 rot="10800000">
            <a:off x="6936219" y="4552256"/>
            <a:ext cx="2251103" cy="591250"/>
          </a:xfrm>
          <a:custGeom>
            <a:rect b="b" l="l" r="r" t="t"/>
            <a:pathLst>
              <a:path extrusionOk="0" h="369" w="140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8"/>
          <p:cNvGrpSpPr/>
          <p:nvPr/>
        </p:nvGrpSpPr>
        <p:grpSpPr>
          <a:xfrm rot="10800000">
            <a:off x="6380822" y="3528820"/>
            <a:ext cx="3153725" cy="940604"/>
            <a:chOff x="-104552" y="1952776"/>
            <a:chExt cx="5543549" cy="1653374"/>
          </a:xfrm>
        </p:grpSpPr>
        <p:sp>
          <p:nvSpPr>
            <p:cNvPr id="509" name="Google Shape;509;p18"/>
            <p:cNvSpPr/>
            <p:nvPr/>
          </p:nvSpPr>
          <p:spPr>
            <a:xfrm>
              <a:off x="-104552" y="1952776"/>
              <a:ext cx="5543549" cy="1647825"/>
            </a:xfrm>
            <a:custGeom>
              <a:rect b="b" l="l" r="r" t="t"/>
              <a:pathLst>
                <a:path extrusionOk="0" h="315" w="1064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496925" y="2904262"/>
              <a:ext cx="3202515" cy="701888"/>
            </a:xfrm>
            <a:custGeom>
              <a:rect b="b" l="l" r="r" t="t"/>
              <a:pathLst>
                <a:path extrusionOk="0" h="135" w="622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496925" y="2721815"/>
              <a:ext cx="3635028" cy="702961"/>
            </a:xfrm>
            <a:custGeom>
              <a:rect b="b" l="l" r="r" t="t"/>
              <a:pathLst>
                <a:path extrusionOk="0" h="135" w="706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3657584" y="2867773"/>
              <a:ext cx="82639" cy="82639"/>
            </a:xfrm>
            <a:custGeom>
              <a:rect b="b" l="l" r="r" t="t"/>
              <a:pathLst>
                <a:path extrusionOk="0" h="16" w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4090095" y="2685325"/>
              <a:ext cx="88005" cy="88004"/>
            </a:xfrm>
            <a:custGeom>
              <a:rect b="b" l="l" r="r" t="t"/>
              <a:pathLst>
                <a:path extrusionOk="0" h="17" w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4" name="Google Shape;514;p18"/>
          <p:cNvSpPr/>
          <p:nvPr/>
        </p:nvSpPr>
        <p:spPr>
          <a:xfrm>
            <a:off x="-76200" y="-76200"/>
            <a:ext cx="3078000" cy="29853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15" name="Google Shape;515;p18"/>
          <p:cNvGrpSpPr/>
          <p:nvPr/>
        </p:nvGrpSpPr>
        <p:grpSpPr>
          <a:xfrm>
            <a:off x="395048" y="281101"/>
            <a:ext cx="8293815" cy="4613550"/>
            <a:chOff x="395048" y="281101"/>
            <a:chExt cx="8293815" cy="4613550"/>
          </a:xfrm>
        </p:grpSpPr>
        <p:sp>
          <p:nvSpPr>
            <p:cNvPr id="516" name="Google Shape;516;p18"/>
            <p:cNvSpPr/>
            <p:nvPr/>
          </p:nvSpPr>
          <p:spPr>
            <a:xfrm>
              <a:off x="395048" y="32396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2140623" y="2811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3991698" y="48169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 rot="10800000">
              <a:off x="8611163" y="903520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 txBox="1"/>
          <p:nvPr>
            <p:ph type="title"/>
          </p:nvPr>
        </p:nvSpPr>
        <p:spPr>
          <a:xfrm>
            <a:off x="720000" y="1685423"/>
            <a:ext cx="3394800" cy="10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19"/>
          <p:cNvSpPr txBox="1"/>
          <p:nvPr>
            <p:ph idx="1" type="subTitle"/>
          </p:nvPr>
        </p:nvSpPr>
        <p:spPr>
          <a:xfrm>
            <a:off x="720000" y="2610673"/>
            <a:ext cx="33948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19"/>
          <p:cNvSpPr/>
          <p:nvPr/>
        </p:nvSpPr>
        <p:spPr>
          <a:xfrm flipH="1" rot="10800000">
            <a:off x="-171942" y="2874622"/>
            <a:ext cx="2509200" cy="24339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5" name="Google Shape;525;p19"/>
          <p:cNvSpPr/>
          <p:nvPr/>
        </p:nvSpPr>
        <p:spPr>
          <a:xfrm flipH="1" rot="10800000">
            <a:off x="-37225" y="3941181"/>
            <a:ext cx="1542721" cy="1225244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 flipH="1">
            <a:off x="6832633" y="-195628"/>
            <a:ext cx="2509200" cy="24339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7" name="Google Shape;527;p19"/>
          <p:cNvSpPr/>
          <p:nvPr/>
        </p:nvSpPr>
        <p:spPr>
          <a:xfrm flipH="1">
            <a:off x="7664395" y="-53532"/>
            <a:ext cx="1542721" cy="1225244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0"/>
          <p:cNvSpPr txBox="1"/>
          <p:nvPr>
            <p:ph type="title"/>
          </p:nvPr>
        </p:nvSpPr>
        <p:spPr>
          <a:xfrm>
            <a:off x="4800600" y="1812028"/>
            <a:ext cx="3383400" cy="88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20"/>
          <p:cNvSpPr txBox="1"/>
          <p:nvPr>
            <p:ph idx="1" type="subTitle"/>
          </p:nvPr>
        </p:nvSpPr>
        <p:spPr>
          <a:xfrm>
            <a:off x="4800750" y="2621228"/>
            <a:ext cx="33834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0"/>
          <p:cNvSpPr/>
          <p:nvPr/>
        </p:nvSpPr>
        <p:spPr>
          <a:xfrm>
            <a:off x="-15828" y="-3"/>
            <a:ext cx="3098576" cy="2460899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-15826" y="0"/>
            <a:ext cx="2251103" cy="591250"/>
          </a:xfrm>
          <a:custGeom>
            <a:rect b="b" l="l" r="r" t="t"/>
            <a:pathLst>
              <a:path extrusionOk="0" h="369" w="140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75" y="4603988"/>
            <a:ext cx="2007499" cy="31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20"/>
          <p:cNvGrpSpPr/>
          <p:nvPr/>
        </p:nvGrpSpPr>
        <p:grpSpPr>
          <a:xfrm>
            <a:off x="-347226" y="674081"/>
            <a:ext cx="3153725" cy="940604"/>
            <a:chOff x="-104552" y="1952776"/>
            <a:chExt cx="5543549" cy="1653374"/>
          </a:xfrm>
        </p:grpSpPr>
        <p:sp>
          <p:nvSpPr>
            <p:cNvPr id="536" name="Google Shape;536;p20"/>
            <p:cNvSpPr/>
            <p:nvPr/>
          </p:nvSpPr>
          <p:spPr>
            <a:xfrm>
              <a:off x="-104552" y="1952776"/>
              <a:ext cx="5543549" cy="1647825"/>
            </a:xfrm>
            <a:custGeom>
              <a:rect b="b" l="l" r="r" t="t"/>
              <a:pathLst>
                <a:path extrusionOk="0" h="315" w="1064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496925" y="2904262"/>
              <a:ext cx="3202515" cy="701888"/>
            </a:xfrm>
            <a:custGeom>
              <a:rect b="b" l="l" r="r" t="t"/>
              <a:pathLst>
                <a:path extrusionOk="0" h="135" w="622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496925" y="2721815"/>
              <a:ext cx="3635028" cy="702961"/>
            </a:xfrm>
            <a:custGeom>
              <a:rect b="b" l="l" r="r" t="t"/>
              <a:pathLst>
                <a:path extrusionOk="0" h="135" w="706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3657584" y="2867773"/>
              <a:ext cx="82639" cy="82639"/>
            </a:xfrm>
            <a:custGeom>
              <a:rect b="b" l="l" r="r" t="t"/>
              <a:pathLst>
                <a:path extrusionOk="0" h="16" w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4090095" y="2685325"/>
              <a:ext cx="88005" cy="88004"/>
            </a:xfrm>
            <a:custGeom>
              <a:rect b="b" l="l" r="r" t="t"/>
              <a:pathLst>
                <a:path extrusionOk="0" h="17" w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1"/>
          <p:cNvSpPr txBox="1"/>
          <p:nvPr>
            <p:ph type="title"/>
          </p:nvPr>
        </p:nvSpPr>
        <p:spPr>
          <a:xfrm>
            <a:off x="720000" y="1743450"/>
            <a:ext cx="3479100" cy="9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4" name="Google Shape;544;p21"/>
          <p:cNvSpPr txBox="1"/>
          <p:nvPr>
            <p:ph idx="1" type="subTitle"/>
          </p:nvPr>
        </p:nvSpPr>
        <p:spPr>
          <a:xfrm>
            <a:off x="720000" y="2605400"/>
            <a:ext cx="3479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5" name="Google Shape;545;p21"/>
          <p:cNvGrpSpPr/>
          <p:nvPr/>
        </p:nvGrpSpPr>
        <p:grpSpPr>
          <a:xfrm>
            <a:off x="474823" y="500651"/>
            <a:ext cx="8141950" cy="4308900"/>
            <a:chOff x="474823" y="500651"/>
            <a:chExt cx="8141950" cy="4308900"/>
          </a:xfrm>
        </p:grpSpPr>
        <p:sp>
          <p:nvSpPr>
            <p:cNvPr id="546" name="Google Shape;546;p21"/>
            <p:cNvSpPr/>
            <p:nvPr/>
          </p:nvSpPr>
          <p:spPr>
            <a:xfrm>
              <a:off x="8539073" y="1242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474823" y="24508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2851198" y="5006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4899048" y="47318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550" name="Google Shape;550;p21"/>
          <p:cNvGrpSpPr/>
          <p:nvPr/>
        </p:nvGrpSpPr>
        <p:grpSpPr>
          <a:xfrm>
            <a:off x="6174736" y="2312896"/>
            <a:ext cx="3288975" cy="3091407"/>
            <a:chOff x="6174736" y="2312896"/>
            <a:chExt cx="3288975" cy="3091407"/>
          </a:xfrm>
        </p:grpSpPr>
        <p:sp>
          <p:nvSpPr>
            <p:cNvPr id="551" name="Google Shape;551;p21"/>
            <p:cNvSpPr/>
            <p:nvPr/>
          </p:nvSpPr>
          <p:spPr>
            <a:xfrm rot="10800000">
              <a:off x="6174736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 rot="10800000">
              <a:off x="7382100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3" name="Google Shape;553;p21"/>
            <p:cNvGrpSpPr/>
            <p:nvPr/>
          </p:nvGrpSpPr>
          <p:grpSpPr>
            <a:xfrm rot="10800000">
              <a:off x="8487318" y="4095345"/>
              <a:ext cx="438336" cy="939067"/>
              <a:chOff x="327075" y="263775"/>
              <a:chExt cx="576228" cy="1234478"/>
            </a:xfrm>
          </p:grpSpPr>
          <p:sp>
            <p:nvSpPr>
              <p:cNvPr id="554" name="Google Shape;554;p21"/>
              <p:cNvSpPr/>
              <p:nvPr/>
            </p:nvSpPr>
            <p:spPr>
              <a:xfrm>
                <a:off x="327075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5" name="Google Shape;555;p21"/>
              <p:cNvSpPr/>
              <p:nvPr/>
            </p:nvSpPr>
            <p:spPr>
              <a:xfrm>
                <a:off x="327075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6" name="Google Shape;556;p21"/>
              <p:cNvSpPr/>
              <p:nvPr/>
            </p:nvSpPr>
            <p:spPr>
              <a:xfrm>
                <a:off x="327075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7" name="Google Shape;557;p21"/>
              <p:cNvSpPr/>
              <p:nvPr/>
            </p:nvSpPr>
            <p:spPr>
              <a:xfrm>
                <a:off x="327075" y="930302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8" name="Google Shape;558;p21"/>
              <p:cNvSpPr/>
              <p:nvPr/>
            </p:nvSpPr>
            <p:spPr>
              <a:xfrm>
                <a:off x="327075" y="1152477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59" name="Google Shape;559;p21"/>
              <p:cNvSpPr/>
              <p:nvPr/>
            </p:nvSpPr>
            <p:spPr>
              <a:xfrm>
                <a:off x="327075" y="1374653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0" name="Google Shape;560;p21"/>
              <p:cNvSpPr/>
              <p:nvPr/>
            </p:nvSpPr>
            <p:spPr>
              <a:xfrm>
                <a:off x="556600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1" name="Google Shape;561;p21"/>
              <p:cNvSpPr/>
              <p:nvPr/>
            </p:nvSpPr>
            <p:spPr>
              <a:xfrm>
                <a:off x="556600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2" name="Google Shape;562;p21"/>
              <p:cNvSpPr/>
              <p:nvPr/>
            </p:nvSpPr>
            <p:spPr>
              <a:xfrm>
                <a:off x="556600" y="708126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3" name="Google Shape;563;p21"/>
              <p:cNvSpPr/>
              <p:nvPr/>
            </p:nvSpPr>
            <p:spPr>
              <a:xfrm>
                <a:off x="779703" y="263775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564" name="Google Shape;564;p21"/>
              <p:cNvSpPr/>
              <p:nvPr/>
            </p:nvSpPr>
            <p:spPr>
              <a:xfrm>
                <a:off x="779703" y="485951"/>
                <a:ext cx="123600" cy="12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cxnSp>
          <p:nvCxnSpPr>
            <p:cNvPr id="565" name="Google Shape;565;p21"/>
            <p:cNvCxnSpPr/>
            <p:nvPr/>
          </p:nvCxnSpPr>
          <p:spPr>
            <a:xfrm flipH="1" rot="10800000">
              <a:off x="7459111" y="3346296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  <p:grpSp>
          <p:nvGrpSpPr>
            <p:cNvPr id="566" name="Google Shape;566;p21"/>
            <p:cNvGrpSpPr/>
            <p:nvPr/>
          </p:nvGrpSpPr>
          <p:grpSpPr>
            <a:xfrm rot="10800000">
              <a:off x="6435739" y="2556191"/>
              <a:ext cx="2953888" cy="2742009"/>
              <a:chOff x="5398760" y="2293721"/>
              <a:chExt cx="2953888" cy="2742009"/>
            </a:xfrm>
          </p:grpSpPr>
          <p:sp>
            <p:nvSpPr>
              <p:cNvPr id="567" name="Google Shape;567;p21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1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1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2"/>
          <p:cNvSpPr txBox="1"/>
          <p:nvPr>
            <p:ph type="title"/>
          </p:nvPr>
        </p:nvSpPr>
        <p:spPr>
          <a:xfrm>
            <a:off x="1407750" y="1416950"/>
            <a:ext cx="6328500" cy="9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3" name="Google Shape;573;p22"/>
          <p:cNvSpPr txBox="1"/>
          <p:nvPr>
            <p:ph idx="1" type="subTitle"/>
          </p:nvPr>
        </p:nvSpPr>
        <p:spPr>
          <a:xfrm>
            <a:off x="1407750" y="2317950"/>
            <a:ext cx="6328500" cy="13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74" name="Google Shape;574;p22"/>
          <p:cNvGrpSpPr/>
          <p:nvPr/>
        </p:nvGrpSpPr>
        <p:grpSpPr>
          <a:xfrm>
            <a:off x="-92453" y="-89652"/>
            <a:ext cx="9328906" cy="5768930"/>
            <a:chOff x="-92453" y="-89652"/>
            <a:chExt cx="9328906" cy="5768930"/>
          </a:xfrm>
        </p:grpSpPr>
        <p:grpSp>
          <p:nvGrpSpPr>
            <p:cNvPr id="575" name="Google Shape;575;p22"/>
            <p:cNvGrpSpPr/>
            <p:nvPr/>
          </p:nvGrpSpPr>
          <p:grpSpPr>
            <a:xfrm>
              <a:off x="-92453" y="-89652"/>
              <a:ext cx="2588196" cy="2402549"/>
              <a:chOff x="5398760" y="2293721"/>
              <a:chExt cx="2953888" cy="2742009"/>
            </a:xfrm>
          </p:grpSpPr>
          <p:sp>
            <p:nvSpPr>
              <p:cNvPr id="576" name="Google Shape;576;p22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2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9" name="Google Shape;579;p22"/>
            <p:cNvGrpSpPr/>
            <p:nvPr/>
          </p:nvGrpSpPr>
          <p:grpSpPr>
            <a:xfrm rot="10800000">
              <a:off x="6648257" y="3276729"/>
              <a:ext cx="2588196" cy="2402549"/>
              <a:chOff x="5398760" y="2293721"/>
              <a:chExt cx="2953888" cy="2742009"/>
            </a:xfrm>
          </p:grpSpPr>
          <p:sp>
            <p:nvSpPr>
              <p:cNvPr id="580" name="Google Shape;580;p22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3" name="Google Shape;583;p22"/>
          <p:cNvGrpSpPr/>
          <p:nvPr/>
        </p:nvGrpSpPr>
        <p:grpSpPr>
          <a:xfrm>
            <a:off x="474823" y="500651"/>
            <a:ext cx="8246880" cy="4308900"/>
            <a:chOff x="474823" y="500651"/>
            <a:chExt cx="8246880" cy="4308900"/>
          </a:xfrm>
        </p:grpSpPr>
        <p:sp>
          <p:nvSpPr>
            <p:cNvPr id="584" name="Google Shape;584;p22"/>
            <p:cNvSpPr/>
            <p:nvPr/>
          </p:nvSpPr>
          <p:spPr>
            <a:xfrm rot="10800000">
              <a:off x="8644003" y="2831404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8539073" y="1242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474823" y="24508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2851198" y="5006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6423048" y="47318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589" name="Google Shape;589;p22"/>
          <p:cNvGrpSpPr/>
          <p:nvPr/>
        </p:nvGrpSpPr>
        <p:grpSpPr>
          <a:xfrm>
            <a:off x="-456125" y="2312896"/>
            <a:ext cx="3469389" cy="3091407"/>
            <a:chOff x="-456125" y="2312896"/>
            <a:chExt cx="3469389" cy="3091407"/>
          </a:xfrm>
        </p:grpSpPr>
        <p:sp>
          <p:nvSpPr>
            <p:cNvPr id="590" name="Google Shape;590;p22"/>
            <p:cNvSpPr/>
            <p:nvPr/>
          </p:nvSpPr>
          <p:spPr>
            <a:xfrm flipH="1" rot="10800000">
              <a:off x="-64736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91" name="Google Shape;591;p22"/>
            <p:cNvSpPr/>
            <p:nvPr/>
          </p:nvSpPr>
          <p:spPr>
            <a:xfrm flipH="1" rot="10800000">
              <a:off x="-86426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2" name="Google Shape;592;p22"/>
            <p:cNvGrpSpPr/>
            <p:nvPr/>
          </p:nvGrpSpPr>
          <p:grpSpPr>
            <a:xfrm flipH="1" rot="10800000">
              <a:off x="-456125" y="3922931"/>
              <a:ext cx="3153725" cy="940604"/>
              <a:chOff x="-104552" y="1952776"/>
              <a:chExt cx="5543549" cy="1653374"/>
            </a:xfrm>
          </p:grpSpPr>
          <p:sp>
            <p:nvSpPr>
              <p:cNvPr id="593" name="Google Shape;593;p22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2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2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2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22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8" name="Google Shape;598;p22"/>
          <p:cNvGrpSpPr/>
          <p:nvPr/>
        </p:nvGrpSpPr>
        <p:grpSpPr>
          <a:xfrm>
            <a:off x="6186200" y="-182307"/>
            <a:ext cx="3413925" cy="3091407"/>
            <a:chOff x="6186200" y="-182307"/>
            <a:chExt cx="3413925" cy="3091407"/>
          </a:xfrm>
        </p:grpSpPr>
        <p:sp>
          <p:nvSpPr>
            <p:cNvPr id="599" name="Google Shape;599;p22"/>
            <p:cNvSpPr/>
            <p:nvPr/>
          </p:nvSpPr>
          <p:spPr>
            <a:xfrm flipH="1">
              <a:off x="6186200" y="-76200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00" name="Google Shape;600;p22"/>
            <p:cNvSpPr/>
            <p:nvPr/>
          </p:nvSpPr>
          <p:spPr>
            <a:xfrm flipH="1">
              <a:off x="7393564" y="-182307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1" name="Google Shape;601;p22"/>
            <p:cNvGrpSpPr/>
            <p:nvPr/>
          </p:nvGrpSpPr>
          <p:grpSpPr>
            <a:xfrm flipH="1">
              <a:off x="6446400" y="98856"/>
              <a:ext cx="3153725" cy="940604"/>
              <a:chOff x="-104552" y="1952776"/>
              <a:chExt cx="5543549" cy="1653374"/>
            </a:xfrm>
          </p:grpSpPr>
          <p:sp>
            <p:nvSpPr>
              <p:cNvPr id="602" name="Google Shape;602;p22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2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2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2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2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23"/>
          <p:cNvSpPr txBox="1"/>
          <p:nvPr>
            <p:ph idx="1" type="subTitle"/>
          </p:nvPr>
        </p:nvSpPr>
        <p:spPr>
          <a:xfrm>
            <a:off x="4713982" y="2980823"/>
            <a:ext cx="2782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23"/>
          <p:cNvSpPr txBox="1"/>
          <p:nvPr>
            <p:ph idx="2" type="subTitle"/>
          </p:nvPr>
        </p:nvSpPr>
        <p:spPr>
          <a:xfrm>
            <a:off x="1647815" y="2980823"/>
            <a:ext cx="2782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23"/>
          <p:cNvSpPr txBox="1"/>
          <p:nvPr>
            <p:ph idx="3" type="subTitle"/>
          </p:nvPr>
        </p:nvSpPr>
        <p:spPr>
          <a:xfrm>
            <a:off x="1647815" y="2493200"/>
            <a:ext cx="2782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3" name="Google Shape;613;p23"/>
          <p:cNvSpPr txBox="1"/>
          <p:nvPr>
            <p:ph idx="4" type="subTitle"/>
          </p:nvPr>
        </p:nvSpPr>
        <p:spPr>
          <a:xfrm>
            <a:off x="4713985" y="2493200"/>
            <a:ext cx="2782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14" name="Google Shape;614;p23"/>
          <p:cNvGrpSpPr/>
          <p:nvPr/>
        </p:nvGrpSpPr>
        <p:grpSpPr>
          <a:xfrm>
            <a:off x="-23445" y="5605"/>
            <a:ext cx="9178445" cy="5137895"/>
            <a:chOff x="-23445" y="5605"/>
            <a:chExt cx="9178445" cy="5137895"/>
          </a:xfrm>
        </p:grpSpPr>
        <p:sp>
          <p:nvSpPr>
            <p:cNvPr id="615" name="Google Shape;615;p23"/>
            <p:cNvSpPr/>
            <p:nvPr/>
          </p:nvSpPr>
          <p:spPr>
            <a:xfrm flipH="1" rot="10800000">
              <a:off x="-23445" y="3746450"/>
              <a:ext cx="1759050" cy="1397050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 flipH="1">
              <a:off x="7395950" y="5605"/>
              <a:ext cx="1759050" cy="1397050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23"/>
          <p:cNvGrpSpPr/>
          <p:nvPr/>
        </p:nvGrpSpPr>
        <p:grpSpPr>
          <a:xfrm>
            <a:off x="282475" y="301264"/>
            <a:ext cx="8558250" cy="4540973"/>
            <a:chOff x="282475" y="301264"/>
            <a:chExt cx="8558250" cy="4540973"/>
          </a:xfrm>
        </p:grpSpPr>
        <p:grpSp>
          <p:nvGrpSpPr>
            <p:cNvPr id="618" name="Google Shape;618;p23"/>
            <p:cNvGrpSpPr/>
            <p:nvPr/>
          </p:nvGrpSpPr>
          <p:grpSpPr>
            <a:xfrm>
              <a:off x="8665650" y="301264"/>
              <a:ext cx="175075" cy="2067598"/>
              <a:chOff x="8612875" y="179970"/>
              <a:chExt cx="175075" cy="2067598"/>
            </a:xfrm>
          </p:grpSpPr>
          <p:pic>
            <p:nvPicPr>
              <p:cNvPr id="619" name="Google Shape;619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0" name="Google Shape;620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1" name="Google Shape;621;p23"/>
            <p:cNvGrpSpPr/>
            <p:nvPr/>
          </p:nvGrpSpPr>
          <p:grpSpPr>
            <a:xfrm>
              <a:off x="282475" y="2774639"/>
              <a:ext cx="175075" cy="2067598"/>
              <a:chOff x="8612875" y="179970"/>
              <a:chExt cx="175075" cy="2067598"/>
            </a:xfrm>
          </p:grpSpPr>
          <p:pic>
            <p:nvPicPr>
              <p:cNvPr id="622" name="Google Shape;622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3" name="Google Shape;623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24" name="Google Shape;624;p23"/>
          <p:cNvGrpSpPr/>
          <p:nvPr/>
        </p:nvGrpSpPr>
        <p:grpSpPr>
          <a:xfrm>
            <a:off x="422073" y="248551"/>
            <a:ext cx="8310180" cy="4455500"/>
            <a:chOff x="422073" y="248551"/>
            <a:chExt cx="8310180" cy="4455500"/>
          </a:xfrm>
        </p:grpSpPr>
        <p:sp>
          <p:nvSpPr>
            <p:cNvPr id="625" name="Google Shape;625;p23"/>
            <p:cNvSpPr/>
            <p:nvPr/>
          </p:nvSpPr>
          <p:spPr>
            <a:xfrm rot="10800000">
              <a:off x="8654553" y="2994804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422073" y="20710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759698" y="2485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5811098" y="46263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2" name="Google Shape;632;p24"/>
          <p:cNvSpPr txBox="1"/>
          <p:nvPr>
            <p:ph idx="1" type="subTitle"/>
          </p:nvPr>
        </p:nvSpPr>
        <p:spPr>
          <a:xfrm>
            <a:off x="4718494" y="1330125"/>
            <a:ext cx="29478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24"/>
          <p:cNvSpPr txBox="1"/>
          <p:nvPr>
            <p:ph idx="2" type="subTitle"/>
          </p:nvPr>
        </p:nvSpPr>
        <p:spPr>
          <a:xfrm>
            <a:off x="1477706" y="1330125"/>
            <a:ext cx="29478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4" name="Google Shape;634;p24"/>
          <p:cNvGrpSpPr/>
          <p:nvPr/>
        </p:nvGrpSpPr>
        <p:grpSpPr>
          <a:xfrm>
            <a:off x="282475" y="301264"/>
            <a:ext cx="8558250" cy="4540973"/>
            <a:chOff x="282475" y="301264"/>
            <a:chExt cx="8558250" cy="4540973"/>
          </a:xfrm>
        </p:grpSpPr>
        <p:grpSp>
          <p:nvGrpSpPr>
            <p:cNvPr id="635" name="Google Shape;635;p24"/>
            <p:cNvGrpSpPr/>
            <p:nvPr/>
          </p:nvGrpSpPr>
          <p:grpSpPr>
            <a:xfrm>
              <a:off x="8665650" y="301264"/>
              <a:ext cx="175075" cy="2067598"/>
              <a:chOff x="8612875" y="179970"/>
              <a:chExt cx="175075" cy="2067598"/>
            </a:xfrm>
          </p:grpSpPr>
          <p:pic>
            <p:nvPicPr>
              <p:cNvPr id="636" name="Google Shape;636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7" name="Google Shape;637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8" name="Google Shape;638;p24"/>
            <p:cNvGrpSpPr/>
            <p:nvPr/>
          </p:nvGrpSpPr>
          <p:grpSpPr>
            <a:xfrm>
              <a:off x="282475" y="2774639"/>
              <a:ext cx="175075" cy="2067598"/>
              <a:chOff x="8612875" y="179970"/>
              <a:chExt cx="175075" cy="2067598"/>
            </a:xfrm>
          </p:grpSpPr>
          <p:pic>
            <p:nvPicPr>
              <p:cNvPr id="639" name="Google Shape;639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643832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0" name="Google Shape;640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8149012" y="1608629"/>
                <a:ext cx="1102801" cy="175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41" name="Google Shape;641;p24"/>
          <p:cNvSpPr/>
          <p:nvPr/>
        </p:nvSpPr>
        <p:spPr>
          <a:xfrm rot="10800000">
            <a:off x="6944953" y="3386804"/>
            <a:ext cx="2225198" cy="1767249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24"/>
          <p:cNvCxnSpPr/>
          <p:nvPr/>
        </p:nvCxnSpPr>
        <p:spPr>
          <a:xfrm flipH="1">
            <a:off x="7288275" y="3437275"/>
            <a:ext cx="2004600" cy="200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cxnSp>
      <p:grpSp>
        <p:nvGrpSpPr>
          <p:cNvPr id="643" name="Google Shape;643;p24"/>
          <p:cNvGrpSpPr/>
          <p:nvPr/>
        </p:nvGrpSpPr>
        <p:grpSpPr>
          <a:xfrm>
            <a:off x="422073" y="332951"/>
            <a:ext cx="8310180" cy="4447300"/>
            <a:chOff x="422073" y="332951"/>
            <a:chExt cx="8310180" cy="4447300"/>
          </a:xfrm>
        </p:grpSpPr>
        <p:sp>
          <p:nvSpPr>
            <p:cNvPr id="644" name="Google Shape;644;p24"/>
            <p:cNvSpPr/>
            <p:nvPr/>
          </p:nvSpPr>
          <p:spPr>
            <a:xfrm rot="10800000">
              <a:off x="8654553" y="2994804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422073" y="20710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941523" y="3329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5811098" y="47025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25"/>
          <p:cNvSpPr txBox="1"/>
          <p:nvPr>
            <p:ph idx="1" type="subTitle"/>
          </p:nvPr>
        </p:nvSpPr>
        <p:spPr>
          <a:xfrm>
            <a:off x="937626" y="30405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2" name="Google Shape;652;p25"/>
          <p:cNvSpPr txBox="1"/>
          <p:nvPr>
            <p:ph idx="2" type="subTitle"/>
          </p:nvPr>
        </p:nvSpPr>
        <p:spPr>
          <a:xfrm>
            <a:off x="3484347" y="30405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25"/>
          <p:cNvSpPr txBox="1"/>
          <p:nvPr>
            <p:ph idx="3" type="subTitle"/>
          </p:nvPr>
        </p:nvSpPr>
        <p:spPr>
          <a:xfrm>
            <a:off x="6031074" y="30405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25"/>
          <p:cNvSpPr txBox="1"/>
          <p:nvPr>
            <p:ph idx="4" type="subTitle"/>
          </p:nvPr>
        </p:nvSpPr>
        <p:spPr>
          <a:xfrm>
            <a:off x="937625" y="25859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5" name="Google Shape;655;p25"/>
          <p:cNvSpPr txBox="1"/>
          <p:nvPr>
            <p:ph idx="5" type="subTitle"/>
          </p:nvPr>
        </p:nvSpPr>
        <p:spPr>
          <a:xfrm>
            <a:off x="3484350" y="25859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6" name="Google Shape;656;p25"/>
          <p:cNvSpPr txBox="1"/>
          <p:nvPr>
            <p:ph idx="6" type="subTitle"/>
          </p:nvPr>
        </p:nvSpPr>
        <p:spPr>
          <a:xfrm>
            <a:off x="6031075" y="25859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57" name="Google Shape;657;p25"/>
          <p:cNvGrpSpPr/>
          <p:nvPr/>
        </p:nvGrpSpPr>
        <p:grpSpPr>
          <a:xfrm>
            <a:off x="222711" y="169540"/>
            <a:ext cx="8698578" cy="4804419"/>
            <a:chOff x="222711" y="169540"/>
            <a:chExt cx="8698578" cy="4804419"/>
          </a:xfrm>
        </p:grpSpPr>
        <p:grpSp>
          <p:nvGrpSpPr>
            <p:cNvPr id="658" name="Google Shape;658;p25"/>
            <p:cNvGrpSpPr/>
            <p:nvPr/>
          </p:nvGrpSpPr>
          <p:grpSpPr>
            <a:xfrm>
              <a:off x="7793461" y="4902140"/>
              <a:ext cx="1127828" cy="71819"/>
              <a:chOff x="-230925" y="1276800"/>
              <a:chExt cx="1822900" cy="116100"/>
            </a:xfrm>
          </p:grpSpPr>
          <p:sp>
            <p:nvSpPr>
              <p:cNvPr id="659" name="Google Shape;659;p25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25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25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25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25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25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8" name="Google Shape;668;p25"/>
            <p:cNvGrpSpPr/>
            <p:nvPr/>
          </p:nvGrpSpPr>
          <p:grpSpPr>
            <a:xfrm>
              <a:off x="222711" y="169540"/>
              <a:ext cx="1127828" cy="71819"/>
              <a:chOff x="-230925" y="1276800"/>
              <a:chExt cx="1822900" cy="116100"/>
            </a:xfrm>
          </p:grpSpPr>
          <p:sp>
            <p:nvSpPr>
              <p:cNvPr id="669" name="Google Shape;669;p25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5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5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5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5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5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5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8" name="Google Shape;678;p25"/>
          <p:cNvGrpSpPr/>
          <p:nvPr/>
        </p:nvGrpSpPr>
        <p:grpSpPr>
          <a:xfrm>
            <a:off x="342273" y="1382651"/>
            <a:ext cx="8293840" cy="3512000"/>
            <a:chOff x="342273" y="1382651"/>
            <a:chExt cx="8293840" cy="3512000"/>
          </a:xfrm>
        </p:grpSpPr>
        <p:sp>
          <p:nvSpPr>
            <p:cNvPr id="679" name="Google Shape;679;p25"/>
            <p:cNvSpPr/>
            <p:nvPr/>
          </p:nvSpPr>
          <p:spPr>
            <a:xfrm>
              <a:off x="342273" y="13826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80" name="Google Shape;680;p25"/>
            <p:cNvSpPr/>
            <p:nvPr/>
          </p:nvSpPr>
          <p:spPr>
            <a:xfrm>
              <a:off x="3991698" y="481695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81" name="Google Shape;681;p25"/>
            <p:cNvSpPr/>
            <p:nvPr/>
          </p:nvSpPr>
          <p:spPr>
            <a:xfrm rot="10800000">
              <a:off x="8558413" y="1898320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682" name="Google Shape;682;p25"/>
          <p:cNvGrpSpPr/>
          <p:nvPr/>
        </p:nvGrpSpPr>
        <p:grpSpPr>
          <a:xfrm>
            <a:off x="-171942" y="-195628"/>
            <a:ext cx="9513775" cy="5504150"/>
            <a:chOff x="-171942" y="-195628"/>
            <a:chExt cx="9513775" cy="5504150"/>
          </a:xfrm>
        </p:grpSpPr>
        <p:sp>
          <p:nvSpPr>
            <p:cNvPr id="683" name="Google Shape;683;p25"/>
            <p:cNvSpPr/>
            <p:nvPr/>
          </p:nvSpPr>
          <p:spPr>
            <a:xfrm flipH="1" rot="10800000">
              <a:off x="-171942" y="2874622"/>
              <a:ext cx="2509200" cy="24339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84" name="Google Shape;684;p25"/>
            <p:cNvSpPr/>
            <p:nvPr/>
          </p:nvSpPr>
          <p:spPr>
            <a:xfrm flipH="1">
              <a:off x="6832633" y="-195628"/>
              <a:ext cx="2509200" cy="24339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685" name="Google Shape;685;p25"/>
          <p:cNvGrpSpPr/>
          <p:nvPr/>
        </p:nvGrpSpPr>
        <p:grpSpPr>
          <a:xfrm>
            <a:off x="-37225" y="-53532"/>
            <a:ext cx="9244341" cy="5219958"/>
            <a:chOff x="-37225" y="-53532"/>
            <a:chExt cx="9244341" cy="5219958"/>
          </a:xfrm>
        </p:grpSpPr>
        <p:sp>
          <p:nvSpPr>
            <p:cNvPr id="686" name="Google Shape;686;p25"/>
            <p:cNvSpPr/>
            <p:nvPr/>
          </p:nvSpPr>
          <p:spPr>
            <a:xfrm flipH="1" rot="10800000">
              <a:off x="-37225" y="3941181"/>
              <a:ext cx="1542721" cy="1225244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25"/>
            <p:cNvSpPr/>
            <p:nvPr/>
          </p:nvSpPr>
          <p:spPr>
            <a:xfrm flipH="1">
              <a:off x="7664395" y="-53532"/>
              <a:ext cx="1542721" cy="1225244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1" name="Google Shape;691;p26"/>
          <p:cNvSpPr txBox="1"/>
          <p:nvPr>
            <p:ph idx="1" type="subTitle"/>
          </p:nvPr>
        </p:nvSpPr>
        <p:spPr>
          <a:xfrm>
            <a:off x="1989363" y="20935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2" name="Google Shape;692;p26"/>
          <p:cNvSpPr txBox="1"/>
          <p:nvPr>
            <p:ph idx="2" type="subTitle"/>
          </p:nvPr>
        </p:nvSpPr>
        <p:spPr>
          <a:xfrm>
            <a:off x="5176441" y="20935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26"/>
          <p:cNvSpPr txBox="1"/>
          <p:nvPr>
            <p:ph idx="3" type="subTitle"/>
          </p:nvPr>
        </p:nvSpPr>
        <p:spPr>
          <a:xfrm>
            <a:off x="1989363" y="35269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26"/>
          <p:cNvSpPr txBox="1"/>
          <p:nvPr>
            <p:ph idx="4" type="subTitle"/>
          </p:nvPr>
        </p:nvSpPr>
        <p:spPr>
          <a:xfrm>
            <a:off x="5176441" y="35269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26"/>
          <p:cNvSpPr txBox="1"/>
          <p:nvPr>
            <p:ph idx="5" type="subTitle"/>
          </p:nvPr>
        </p:nvSpPr>
        <p:spPr>
          <a:xfrm>
            <a:off x="1989375" y="1698675"/>
            <a:ext cx="1978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6" name="Google Shape;696;p26"/>
          <p:cNvSpPr txBox="1"/>
          <p:nvPr>
            <p:ph idx="6" type="subTitle"/>
          </p:nvPr>
        </p:nvSpPr>
        <p:spPr>
          <a:xfrm>
            <a:off x="1989375" y="3132075"/>
            <a:ext cx="1978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7" name="Google Shape;697;p26"/>
          <p:cNvSpPr txBox="1"/>
          <p:nvPr>
            <p:ph idx="7" type="subTitle"/>
          </p:nvPr>
        </p:nvSpPr>
        <p:spPr>
          <a:xfrm>
            <a:off x="5176450" y="1698675"/>
            <a:ext cx="1978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8" name="Google Shape;698;p26"/>
          <p:cNvSpPr txBox="1"/>
          <p:nvPr>
            <p:ph idx="8" type="subTitle"/>
          </p:nvPr>
        </p:nvSpPr>
        <p:spPr>
          <a:xfrm>
            <a:off x="5176450" y="3132075"/>
            <a:ext cx="1978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99" name="Google Shape;699;p26"/>
          <p:cNvGrpSpPr/>
          <p:nvPr/>
        </p:nvGrpSpPr>
        <p:grpSpPr>
          <a:xfrm>
            <a:off x="795973" y="256776"/>
            <a:ext cx="7882340" cy="4690625"/>
            <a:chOff x="795973" y="256776"/>
            <a:chExt cx="7882340" cy="4690625"/>
          </a:xfrm>
        </p:grpSpPr>
        <p:sp>
          <p:nvSpPr>
            <p:cNvPr id="700" name="Google Shape;700;p26"/>
            <p:cNvSpPr/>
            <p:nvPr/>
          </p:nvSpPr>
          <p:spPr>
            <a:xfrm>
              <a:off x="795973" y="288087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1402073" y="25677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5732573" y="48697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3" name="Google Shape;703;p26"/>
            <p:cNvSpPr/>
            <p:nvPr/>
          </p:nvSpPr>
          <p:spPr>
            <a:xfrm rot="10800000">
              <a:off x="8600613" y="2304445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704" name="Google Shape;704;p26"/>
          <p:cNvGrpSpPr/>
          <p:nvPr/>
        </p:nvGrpSpPr>
        <p:grpSpPr>
          <a:xfrm rot="10800000">
            <a:off x="8487318" y="4095345"/>
            <a:ext cx="438336" cy="939067"/>
            <a:chOff x="327075" y="263775"/>
            <a:chExt cx="576228" cy="1234478"/>
          </a:xfrm>
        </p:grpSpPr>
        <p:sp>
          <p:nvSpPr>
            <p:cNvPr id="705" name="Google Shape;705;p26"/>
            <p:cNvSpPr/>
            <p:nvPr/>
          </p:nvSpPr>
          <p:spPr>
            <a:xfrm>
              <a:off x="327075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27075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327075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327075" y="930302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327075" y="1152477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327075" y="1374653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556600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556600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556600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779703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779703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716" name="Google Shape;716;p26"/>
          <p:cNvGrpSpPr/>
          <p:nvPr/>
        </p:nvGrpSpPr>
        <p:grpSpPr>
          <a:xfrm>
            <a:off x="-1" y="0"/>
            <a:ext cx="9165378" cy="5143500"/>
            <a:chOff x="-1" y="0"/>
            <a:chExt cx="9165378" cy="5143500"/>
          </a:xfrm>
        </p:grpSpPr>
        <p:sp>
          <p:nvSpPr>
            <p:cNvPr id="717" name="Google Shape;717;p26"/>
            <p:cNvSpPr/>
            <p:nvPr/>
          </p:nvSpPr>
          <p:spPr>
            <a:xfrm flipH="1">
              <a:off x="6914274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 flipH="1" rot="10800000">
              <a:off x="-1" y="455225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p26"/>
          <p:cNvGrpSpPr/>
          <p:nvPr/>
        </p:nvGrpSpPr>
        <p:grpSpPr>
          <a:xfrm>
            <a:off x="327083" y="780839"/>
            <a:ext cx="8425653" cy="3632119"/>
            <a:chOff x="327083" y="780839"/>
            <a:chExt cx="8425653" cy="3632119"/>
          </a:xfrm>
        </p:grpSpPr>
        <p:grpSp>
          <p:nvGrpSpPr>
            <p:cNvPr id="720" name="Google Shape;720;p26"/>
            <p:cNvGrpSpPr/>
            <p:nvPr/>
          </p:nvGrpSpPr>
          <p:grpSpPr>
            <a:xfrm flipH="1">
              <a:off x="7624908" y="780839"/>
              <a:ext cx="1127828" cy="71819"/>
              <a:chOff x="-230925" y="1276800"/>
              <a:chExt cx="1822900" cy="116100"/>
            </a:xfrm>
          </p:grpSpPr>
          <p:sp>
            <p:nvSpPr>
              <p:cNvPr id="721" name="Google Shape;721;p26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6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6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6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6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6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6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6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6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0" name="Google Shape;730;p26"/>
            <p:cNvGrpSpPr/>
            <p:nvPr/>
          </p:nvGrpSpPr>
          <p:grpSpPr>
            <a:xfrm flipH="1">
              <a:off x="327083" y="4341139"/>
              <a:ext cx="1127828" cy="71819"/>
              <a:chOff x="-230925" y="1276800"/>
              <a:chExt cx="1822900" cy="116100"/>
            </a:xfrm>
          </p:grpSpPr>
          <p:sp>
            <p:nvSpPr>
              <p:cNvPr id="731" name="Google Shape;731;p26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6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6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6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6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6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6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6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6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3" name="Google Shape;743;p27"/>
          <p:cNvSpPr txBox="1"/>
          <p:nvPr>
            <p:ph idx="1" type="subTitle"/>
          </p:nvPr>
        </p:nvSpPr>
        <p:spPr>
          <a:xfrm>
            <a:off x="1112600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27"/>
          <p:cNvSpPr txBox="1"/>
          <p:nvPr>
            <p:ph idx="2" type="subTitle"/>
          </p:nvPr>
        </p:nvSpPr>
        <p:spPr>
          <a:xfrm>
            <a:off x="3582448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5" name="Google Shape;745;p27"/>
          <p:cNvSpPr txBox="1"/>
          <p:nvPr>
            <p:ph idx="3" type="subTitle"/>
          </p:nvPr>
        </p:nvSpPr>
        <p:spPr>
          <a:xfrm>
            <a:off x="2147375" y="36044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27"/>
          <p:cNvSpPr txBox="1"/>
          <p:nvPr>
            <p:ph idx="4" type="subTitle"/>
          </p:nvPr>
        </p:nvSpPr>
        <p:spPr>
          <a:xfrm>
            <a:off x="6052297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27"/>
          <p:cNvSpPr txBox="1"/>
          <p:nvPr>
            <p:ph idx="5" type="subTitle"/>
          </p:nvPr>
        </p:nvSpPr>
        <p:spPr>
          <a:xfrm>
            <a:off x="4916047" y="36044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27"/>
          <p:cNvSpPr txBox="1"/>
          <p:nvPr>
            <p:ph idx="6" type="subTitle"/>
          </p:nvPr>
        </p:nvSpPr>
        <p:spPr>
          <a:xfrm>
            <a:off x="1111100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9" name="Google Shape;749;p27"/>
          <p:cNvSpPr txBox="1"/>
          <p:nvPr>
            <p:ph idx="7" type="subTitle"/>
          </p:nvPr>
        </p:nvSpPr>
        <p:spPr>
          <a:xfrm>
            <a:off x="3580948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0" name="Google Shape;750;p27"/>
          <p:cNvSpPr txBox="1"/>
          <p:nvPr>
            <p:ph idx="8" type="subTitle"/>
          </p:nvPr>
        </p:nvSpPr>
        <p:spPr>
          <a:xfrm>
            <a:off x="6050797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1" name="Google Shape;751;p27"/>
          <p:cNvSpPr txBox="1"/>
          <p:nvPr>
            <p:ph idx="9" type="subTitle"/>
          </p:nvPr>
        </p:nvSpPr>
        <p:spPr>
          <a:xfrm>
            <a:off x="2145875" y="3273675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2" name="Google Shape;752;p27"/>
          <p:cNvSpPr txBox="1"/>
          <p:nvPr>
            <p:ph idx="13" type="subTitle"/>
          </p:nvPr>
        </p:nvSpPr>
        <p:spPr>
          <a:xfrm>
            <a:off x="4914547" y="3273675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3" name="Google Shape;753;p27"/>
          <p:cNvGrpSpPr/>
          <p:nvPr/>
        </p:nvGrpSpPr>
        <p:grpSpPr>
          <a:xfrm>
            <a:off x="307698" y="232214"/>
            <a:ext cx="8528603" cy="4687194"/>
            <a:chOff x="307698" y="232214"/>
            <a:chExt cx="8528603" cy="4687194"/>
          </a:xfrm>
        </p:grpSpPr>
        <p:grpSp>
          <p:nvGrpSpPr>
            <p:cNvPr id="754" name="Google Shape;754;p27"/>
            <p:cNvGrpSpPr/>
            <p:nvPr/>
          </p:nvGrpSpPr>
          <p:grpSpPr>
            <a:xfrm>
              <a:off x="307698" y="232214"/>
              <a:ext cx="1127828" cy="71819"/>
              <a:chOff x="-230925" y="1276800"/>
              <a:chExt cx="1822900" cy="116100"/>
            </a:xfrm>
          </p:grpSpPr>
          <p:sp>
            <p:nvSpPr>
              <p:cNvPr id="755" name="Google Shape;755;p27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27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27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27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27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27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27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27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7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4" name="Google Shape;764;p27"/>
            <p:cNvGrpSpPr/>
            <p:nvPr/>
          </p:nvGrpSpPr>
          <p:grpSpPr>
            <a:xfrm>
              <a:off x="7708473" y="4847589"/>
              <a:ext cx="1127828" cy="71819"/>
              <a:chOff x="-230925" y="1276800"/>
              <a:chExt cx="1822900" cy="116100"/>
            </a:xfrm>
          </p:grpSpPr>
          <p:sp>
            <p:nvSpPr>
              <p:cNvPr id="765" name="Google Shape;765;p27"/>
              <p:cNvSpPr/>
              <p:nvPr/>
            </p:nvSpPr>
            <p:spPr>
              <a:xfrm rot="5400000">
                <a:off x="14758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7"/>
              <p:cNvSpPr/>
              <p:nvPr/>
            </p:nvSpPr>
            <p:spPr>
              <a:xfrm rot="5400000">
                <a:off x="12625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 rot="5400000">
                <a:off x="10491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7"/>
              <p:cNvSpPr/>
              <p:nvPr/>
            </p:nvSpPr>
            <p:spPr>
              <a:xfrm rot="5400000">
                <a:off x="8358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7"/>
              <p:cNvSpPr/>
              <p:nvPr/>
            </p:nvSpPr>
            <p:spPr>
              <a:xfrm rot="5400000">
                <a:off x="6224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7"/>
              <p:cNvSpPr/>
              <p:nvPr/>
            </p:nvSpPr>
            <p:spPr>
              <a:xfrm rot="5400000">
                <a:off x="4091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7"/>
              <p:cNvSpPr/>
              <p:nvPr/>
            </p:nvSpPr>
            <p:spPr>
              <a:xfrm rot="5400000">
                <a:off x="1957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7"/>
              <p:cNvSpPr/>
              <p:nvPr/>
            </p:nvSpPr>
            <p:spPr>
              <a:xfrm rot="5400000">
                <a:off x="-1757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7"/>
              <p:cNvSpPr/>
              <p:nvPr/>
            </p:nvSpPr>
            <p:spPr>
              <a:xfrm rot="5400000">
                <a:off x="-230925" y="1276800"/>
                <a:ext cx="116100" cy="11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16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" name="Google Shape;774;p27"/>
          <p:cNvGrpSpPr/>
          <p:nvPr/>
        </p:nvGrpSpPr>
        <p:grpSpPr>
          <a:xfrm>
            <a:off x="511123" y="367326"/>
            <a:ext cx="8211150" cy="4555019"/>
            <a:chOff x="511123" y="367326"/>
            <a:chExt cx="8211150" cy="4555019"/>
          </a:xfrm>
        </p:grpSpPr>
        <p:sp>
          <p:nvSpPr>
            <p:cNvPr id="775" name="Google Shape;775;p27"/>
            <p:cNvSpPr/>
            <p:nvPr/>
          </p:nvSpPr>
          <p:spPr>
            <a:xfrm>
              <a:off x="511123" y="272577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1792448" y="36732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8644573" y="28545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78" name="Google Shape;778;p27"/>
            <p:cNvSpPr/>
            <p:nvPr/>
          </p:nvSpPr>
          <p:spPr>
            <a:xfrm rot="10800000">
              <a:off x="5974588" y="4844645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779" name="Google Shape;779;p27"/>
          <p:cNvGrpSpPr/>
          <p:nvPr/>
        </p:nvGrpSpPr>
        <p:grpSpPr>
          <a:xfrm flipH="1">
            <a:off x="8190471" y="155905"/>
            <a:ext cx="2383606" cy="2130790"/>
            <a:chOff x="2439425" y="817125"/>
            <a:chExt cx="2884325" cy="2578400"/>
          </a:xfrm>
        </p:grpSpPr>
        <p:sp>
          <p:nvSpPr>
            <p:cNvPr id="780" name="Google Shape;780;p27"/>
            <p:cNvSpPr/>
            <p:nvPr/>
          </p:nvSpPr>
          <p:spPr>
            <a:xfrm>
              <a:off x="2468875" y="1532500"/>
              <a:ext cx="1965075" cy="1833200"/>
            </a:xfrm>
            <a:custGeom>
              <a:rect b="b" l="l" r="r" t="t"/>
              <a:pathLst>
                <a:path extrusionOk="0" h="73328" w="78603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1" name="Google Shape;781;p27"/>
            <p:cNvSpPr/>
            <p:nvPr/>
          </p:nvSpPr>
          <p:spPr>
            <a:xfrm>
              <a:off x="3129606" y="912006"/>
              <a:ext cx="2098275" cy="2037625"/>
            </a:xfrm>
            <a:custGeom>
              <a:rect b="b" l="l" r="r" t="t"/>
              <a:pathLst>
                <a:path extrusionOk="0" h="81505" w="83931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2" name="Google Shape;782;p27"/>
            <p:cNvSpPr/>
            <p:nvPr/>
          </p:nvSpPr>
          <p:spPr>
            <a:xfrm>
              <a:off x="4404050" y="1435475"/>
              <a:ext cx="127800" cy="127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5195950" y="817125"/>
              <a:ext cx="127800" cy="127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3098175" y="2916400"/>
              <a:ext cx="64200" cy="64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2439425" y="3331325"/>
              <a:ext cx="64200" cy="64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28"/>
          <p:cNvSpPr txBox="1"/>
          <p:nvPr>
            <p:ph idx="1" type="subTitle"/>
          </p:nvPr>
        </p:nvSpPr>
        <p:spPr>
          <a:xfrm>
            <a:off x="1112600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0" name="Google Shape;790;p28"/>
          <p:cNvSpPr txBox="1"/>
          <p:nvPr>
            <p:ph idx="2" type="subTitle"/>
          </p:nvPr>
        </p:nvSpPr>
        <p:spPr>
          <a:xfrm>
            <a:off x="3582448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1" name="Google Shape;791;p28"/>
          <p:cNvSpPr txBox="1"/>
          <p:nvPr>
            <p:ph idx="3" type="subTitle"/>
          </p:nvPr>
        </p:nvSpPr>
        <p:spPr>
          <a:xfrm>
            <a:off x="1112600" y="3375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2" name="Google Shape;792;p28"/>
          <p:cNvSpPr txBox="1"/>
          <p:nvPr>
            <p:ph idx="4" type="subTitle"/>
          </p:nvPr>
        </p:nvSpPr>
        <p:spPr>
          <a:xfrm>
            <a:off x="3582448" y="3375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3" name="Google Shape;793;p28"/>
          <p:cNvSpPr txBox="1"/>
          <p:nvPr>
            <p:ph idx="5" type="subTitle"/>
          </p:nvPr>
        </p:nvSpPr>
        <p:spPr>
          <a:xfrm>
            <a:off x="6052297" y="2094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28"/>
          <p:cNvSpPr txBox="1"/>
          <p:nvPr>
            <p:ph idx="6" type="subTitle"/>
          </p:nvPr>
        </p:nvSpPr>
        <p:spPr>
          <a:xfrm>
            <a:off x="6052297" y="3375873"/>
            <a:ext cx="19752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28"/>
          <p:cNvSpPr txBox="1"/>
          <p:nvPr>
            <p:ph idx="7" type="subTitle"/>
          </p:nvPr>
        </p:nvSpPr>
        <p:spPr>
          <a:xfrm>
            <a:off x="1111100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6" name="Google Shape;796;p28"/>
          <p:cNvSpPr txBox="1"/>
          <p:nvPr>
            <p:ph idx="8" type="subTitle"/>
          </p:nvPr>
        </p:nvSpPr>
        <p:spPr>
          <a:xfrm>
            <a:off x="3580948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7" name="Google Shape;797;p28"/>
          <p:cNvSpPr txBox="1"/>
          <p:nvPr>
            <p:ph idx="9" type="subTitle"/>
          </p:nvPr>
        </p:nvSpPr>
        <p:spPr>
          <a:xfrm>
            <a:off x="6050797" y="1765302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8" name="Google Shape;798;p28"/>
          <p:cNvSpPr txBox="1"/>
          <p:nvPr>
            <p:ph idx="13" type="subTitle"/>
          </p:nvPr>
        </p:nvSpPr>
        <p:spPr>
          <a:xfrm>
            <a:off x="1111100" y="3045075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9" name="Google Shape;799;p28"/>
          <p:cNvSpPr txBox="1"/>
          <p:nvPr>
            <p:ph idx="14" type="subTitle"/>
          </p:nvPr>
        </p:nvSpPr>
        <p:spPr>
          <a:xfrm>
            <a:off x="3580948" y="3045075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0" name="Google Shape;800;p28"/>
          <p:cNvSpPr txBox="1"/>
          <p:nvPr>
            <p:ph idx="15" type="subTitle"/>
          </p:nvPr>
        </p:nvSpPr>
        <p:spPr>
          <a:xfrm>
            <a:off x="6050797" y="3045075"/>
            <a:ext cx="1978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1" name="Google Shape;801;p28"/>
          <p:cNvSpPr/>
          <p:nvPr/>
        </p:nvSpPr>
        <p:spPr>
          <a:xfrm rot="10800000">
            <a:off x="6944953" y="3386804"/>
            <a:ext cx="2225198" cy="1767249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28"/>
          <p:cNvCxnSpPr/>
          <p:nvPr/>
        </p:nvCxnSpPr>
        <p:spPr>
          <a:xfrm flipH="1">
            <a:off x="7288275" y="3437275"/>
            <a:ext cx="2004600" cy="200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cxnSp>
      <p:grpSp>
        <p:nvGrpSpPr>
          <p:cNvPr id="803" name="Google Shape;803;p28"/>
          <p:cNvGrpSpPr/>
          <p:nvPr/>
        </p:nvGrpSpPr>
        <p:grpSpPr>
          <a:xfrm>
            <a:off x="277800" y="301264"/>
            <a:ext cx="175075" cy="2067598"/>
            <a:chOff x="8612875" y="179970"/>
            <a:chExt cx="175075" cy="2067598"/>
          </a:xfrm>
        </p:grpSpPr>
        <p:pic>
          <p:nvPicPr>
            <p:cNvPr id="804" name="Google Shape;804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8149012" y="643832"/>
              <a:ext cx="1102801" cy="17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8149012" y="1608629"/>
              <a:ext cx="1102801" cy="175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6" name="Google Shape;806;p28"/>
          <p:cNvGrpSpPr/>
          <p:nvPr/>
        </p:nvGrpSpPr>
        <p:grpSpPr>
          <a:xfrm>
            <a:off x="375173" y="259101"/>
            <a:ext cx="8537025" cy="4592650"/>
            <a:chOff x="375173" y="259101"/>
            <a:chExt cx="8537025" cy="4592650"/>
          </a:xfrm>
        </p:grpSpPr>
        <p:sp>
          <p:nvSpPr>
            <p:cNvPr id="807" name="Google Shape;807;p28"/>
            <p:cNvSpPr/>
            <p:nvPr/>
          </p:nvSpPr>
          <p:spPr>
            <a:xfrm>
              <a:off x="8834498" y="981626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375173" y="343727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1648423" y="2591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5842748" y="47740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9"/>
          <p:cNvSpPr txBox="1"/>
          <p:nvPr>
            <p:ph hasCustomPrompt="1" type="title"/>
          </p:nvPr>
        </p:nvSpPr>
        <p:spPr>
          <a:xfrm>
            <a:off x="4269000" y="670225"/>
            <a:ext cx="3917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4" name="Google Shape;814;p29"/>
          <p:cNvSpPr txBox="1"/>
          <p:nvPr>
            <p:ph idx="1" type="subTitle"/>
          </p:nvPr>
        </p:nvSpPr>
        <p:spPr>
          <a:xfrm>
            <a:off x="4269000" y="1428225"/>
            <a:ext cx="39171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5" name="Google Shape;815;p29"/>
          <p:cNvSpPr txBox="1"/>
          <p:nvPr>
            <p:ph hasCustomPrompt="1" idx="2" type="title"/>
          </p:nvPr>
        </p:nvSpPr>
        <p:spPr>
          <a:xfrm>
            <a:off x="2613450" y="1967929"/>
            <a:ext cx="3917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6" name="Google Shape;816;p29"/>
          <p:cNvSpPr txBox="1"/>
          <p:nvPr>
            <p:ph idx="3" type="subTitle"/>
          </p:nvPr>
        </p:nvSpPr>
        <p:spPr>
          <a:xfrm>
            <a:off x="2613450" y="2728500"/>
            <a:ext cx="39171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7" name="Google Shape;817;p29"/>
          <p:cNvSpPr txBox="1"/>
          <p:nvPr>
            <p:ph hasCustomPrompt="1" idx="4" type="title"/>
          </p:nvPr>
        </p:nvSpPr>
        <p:spPr>
          <a:xfrm>
            <a:off x="1201350" y="3265634"/>
            <a:ext cx="3917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8" name="Google Shape;818;p29"/>
          <p:cNvSpPr txBox="1"/>
          <p:nvPr>
            <p:ph idx="5" type="subTitle"/>
          </p:nvPr>
        </p:nvSpPr>
        <p:spPr>
          <a:xfrm>
            <a:off x="1201350" y="4028776"/>
            <a:ext cx="39171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9" name="Google Shape;819;p29"/>
          <p:cNvSpPr/>
          <p:nvPr/>
        </p:nvSpPr>
        <p:spPr>
          <a:xfrm rot="10800000">
            <a:off x="6130736" y="2312896"/>
            <a:ext cx="3078000" cy="29853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0" name="Google Shape;820;p29"/>
          <p:cNvSpPr/>
          <p:nvPr/>
        </p:nvSpPr>
        <p:spPr>
          <a:xfrm rot="10800000">
            <a:off x="7338100" y="3901404"/>
            <a:ext cx="1892326" cy="1502899"/>
          </a:xfrm>
          <a:custGeom>
            <a:rect b="b" l="l" r="r" t="t"/>
            <a:pathLst>
              <a:path extrusionOk="0" h="1536" w="1930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1" name="Google Shape;821;p29"/>
          <p:cNvGrpSpPr/>
          <p:nvPr/>
        </p:nvGrpSpPr>
        <p:grpSpPr>
          <a:xfrm rot="10800000">
            <a:off x="6446400" y="3922931"/>
            <a:ext cx="3153725" cy="940604"/>
            <a:chOff x="-104552" y="1952776"/>
            <a:chExt cx="5543549" cy="1653374"/>
          </a:xfrm>
        </p:grpSpPr>
        <p:sp>
          <p:nvSpPr>
            <p:cNvPr id="822" name="Google Shape;822;p29"/>
            <p:cNvSpPr/>
            <p:nvPr/>
          </p:nvSpPr>
          <p:spPr>
            <a:xfrm>
              <a:off x="-104552" y="1952776"/>
              <a:ext cx="5543549" cy="1647825"/>
            </a:xfrm>
            <a:custGeom>
              <a:rect b="b" l="l" r="r" t="t"/>
              <a:pathLst>
                <a:path extrusionOk="0" h="315" w="1064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496925" y="2904262"/>
              <a:ext cx="3202515" cy="701888"/>
            </a:xfrm>
            <a:custGeom>
              <a:rect b="b" l="l" r="r" t="t"/>
              <a:pathLst>
                <a:path extrusionOk="0" h="135" w="622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496925" y="2721815"/>
              <a:ext cx="3635028" cy="702961"/>
            </a:xfrm>
            <a:custGeom>
              <a:rect b="b" l="l" r="r" t="t"/>
              <a:pathLst>
                <a:path extrusionOk="0" h="135" w="706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3657584" y="2867773"/>
              <a:ext cx="82639" cy="82639"/>
            </a:xfrm>
            <a:custGeom>
              <a:rect b="b" l="l" r="r" t="t"/>
              <a:pathLst>
                <a:path extrusionOk="0" h="16" w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4090095" y="2685325"/>
              <a:ext cx="88005" cy="88004"/>
            </a:xfrm>
            <a:custGeom>
              <a:rect b="b" l="l" r="r" t="t"/>
              <a:pathLst>
                <a:path extrusionOk="0" h="17" w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7" name="Google Shape;827;p29"/>
          <p:cNvGrpSpPr/>
          <p:nvPr/>
        </p:nvGrpSpPr>
        <p:grpSpPr>
          <a:xfrm>
            <a:off x="7041707" y="1867473"/>
            <a:ext cx="2588196" cy="2402549"/>
            <a:chOff x="5398760" y="2293721"/>
            <a:chExt cx="2953888" cy="2742009"/>
          </a:xfrm>
        </p:grpSpPr>
        <p:sp>
          <p:nvSpPr>
            <p:cNvPr id="828" name="Google Shape;828;p29"/>
            <p:cNvSpPr/>
            <p:nvPr/>
          </p:nvSpPr>
          <p:spPr>
            <a:xfrm>
              <a:off x="5398760" y="2293721"/>
              <a:ext cx="2768203" cy="2742009"/>
            </a:xfrm>
            <a:custGeom>
              <a:rect b="b" l="l" r="r" t="t"/>
              <a:pathLst>
                <a:path extrusionOk="0" h="2303" w="2325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5926811" y="2293726"/>
              <a:ext cx="2337197" cy="2311003"/>
            </a:xfrm>
            <a:custGeom>
              <a:rect b="b" l="l" r="r" t="t"/>
              <a:pathLst>
                <a:path extrusionOk="0" h="1941" w="1963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6252385" y="2293721"/>
              <a:ext cx="2100263" cy="2077641"/>
            </a:xfrm>
            <a:custGeom>
              <a:rect b="b" l="l" r="r" t="t"/>
              <a:pathLst>
                <a:path extrusionOk="0" h="1745" w="1764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29"/>
          <p:cNvGrpSpPr/>
          <p:nvPr/>
        </p:nvGrpSpPr>
        <p:grpSpPr>
          <a:xfrm>
            <a:off x="474823" y="500651"/>
            <a:ext cx="8141950" cy="4308900"/>
            <a:chOff x="474823" y="500651"/>
            <a:chExt cx="8141950" cy="4308900"/>
          </a:xfrm>
        </p:grpSpPr>
        <p:sp>
          <p:nvSpPr>
            <p:cNvPr id="832" name="Google Shape;832;p29"/>
            <p:cNvSpPr/>
            <p:nvPr/>
          </p:nvSpPr>
          <p:spPr>
            <a:xfrm>
              <a:off x="2851198" y="5006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8539073" y="12429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474823" y="2450826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4899048" y="47318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0"/>
          <p:cNvSpPr txBox="1"/>
          <p:nvPr>
            <p:ph type="title"/>
          </p:nvPr>
        </p:nvSpPr>
        <p:spPr>
          <a:xfrm>
            <a:off x="2347950" y="707777"/>
            <a:ext cx="4448100" cy="122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9" name="Google Shape;839;p30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0" name="Google Shape;840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12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1" name="Google Shape;841;p30"/>
          <p:cNvSpPr/>
          <p:nvPr/>
        </p:nvSpPr>
        <p:spPr>
          <a:xfrm>
            <a:off x="-76200" y="-76200"/>
            <a:ext cx="3078000" cy="29853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42" name="Google Shape;842;p30"/>
          <p:cNvGrpSpPr/>
          <p:nvPr/>
        </p:nvGrpSpPr>
        <p:grpSpPr>
          <a:xfrm>
            <a:off x="15510" y="-76204"/>
            <a:ext cx="2953888" cy="2742009"/>
            <a:chOff x="5398760" y="2293721"/>
            <a:chExt cx="2953888" cy="2742009"/>
          </a:xfrm>
        </p:grpSpPr>
        <p:sp>
          <p:nvSpPr>
            <p:cNvPr id="843" name="Google Shape;843;p30"/>
            <p:cNvSpPr/>
            <p:nvPr/>
          </p:nvSpPr>
          <p:spPr>
            <a:xfrm>
              <a:off x="5398760" y="2293721"/>
              <a:ext cx="2768203" cy="2742009"/>
            </a:xfrm>
            <a:custGeom>
              <a:rect b="b" l="l" r="r" t="t"/>
              <a:pathLst>
                <a:path extrusionOk="0" h="2303" w="2325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5926811" y="2293726"/>
              <a:ext cx="2337197" cy="2311003"/>
            </a:xfrm>
            <a:custGeom>
              <a:rect b="b" l="l" r="r" t="t"/>
              <a:pathLst>
                <a:path extrusionOk="0" h="1941" w="1963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6252385" y="2293721"/>
              <a:ext cx="2100263" cy="2077641"/>
            </a:xfrm>
            <a:custGeom>
              <a:rect b="b" l="l" r="r" t="t"/>
              <a:pathLst>
                <a:path extrusionOk="0" h="1745" w="1764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C5B9B9">
                    <a:alpha val="24313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6" name="Google Shape;846;p30"/>
          <p:cNvSpPr/>
          <p:nvPr/>
        </p:nvSpPr>
        <p:spPr>
          <a:xfrm rot="10800000">
            <a:off x="6174736" y="2312896"/>
            <a:ext cx="3078000" cy="2985300"/>
          </a:xfrm>
          <a:prstGeom prst="diagStrip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47" name="Google Shape;847;p30"/>
          <p:cNvGrpSpPr/>
          <p:nvPr/>
        </p:nvGrpSpPr>
        <p:grpSpPr>
          <a:xfrm rot="10800000">
            <a:off x="6207139" y="2556191"/>
            <a:ext cx="2953888" cy="2742009"/>
            <a:chOff x="5398760" y="2293721"/>
            <a:chExt cx="2953888" cy="2742009"/>
          </a:xfrm>
        </p:grpSpPr>
        <p:sp>
          <p:nvSpPr>
            <p:cNvPr id="848" name="Google Shape;848;p30"/>
            <p:cNvSpPr/>
            <p:nvPr/>
          </p:nvSpPr>
          <p:spPr>
            <a:xfrm>
              <a:off x="5398760" y="2293721"/>
              <a:ext cx="2768203" cy="2742009"/>
            </a:xfrm>
            <a:custGeom>
              <a:rect b="b" l="l" r="r" t="t"/>
              <a:pathLst>
                <a:path extrusionOk="0" h="2303" w="2325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5926811" y="2293726"/>
              <a:ext cx="2337197" cy="2311003"/>
            </a:xfrm>
            <a:custGeom>
              <a:rect b="b" l="l" r="r" t="t"/>
              <a:pathLst>
                <a:path extrusionOk="0" h="1941" w="1963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6252385" y="2293721"/>
              <a:ext cx="2100263" cy="2077641"/>
            </a:xfrm>
            <a:custGeom>
              <a:rect b="b" l="l" r="r" t="t"/>
              <a:pathLst>
                <a:path extrusionOk="0" h="1745" w="1764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3" name="Google Shape;853;p31"/>
          <p:cNvGrpSpPr/>
          <p:nvPr/>
        </p:nvGrpSpPr>
        <p:grpSpPr>
          <a:xfrm>
            <a:off x="327123" y="360751"/>
            <a:ext cx="8468455" cy="4330950"/>
            <a:chOff x="327123" y="360751"/>
            <a:chExt cx="8468455" cy="4330950"/>
          </a:xfrm>
        </p:grpSpPr>
        <p:sp>
          <p:nvSpPr>
            <p:cNvPr id="854" name="Google Shape;854;p31"/>
            <p:cNvSpPr/>
            <p:nvPr/>
          </p:nvSpPr>
          <p:spPr>
            <a:xfrm rot="10800000">
              <a:off x="8717878" y="1886979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7377208" y="3607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327123" y="3022601"/>
              <a:ext cx="77700" cy="7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2708793" y="43845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58" name="Google Shape;858;p31"/>
            <p:cNvSpPr/>
            <p:nvPr/>
          </p:nvSpPr>
          <p:spPr>
            <a:xfrm>
              <a:off x="3472688" y="4614001"/>
              <a:ext cx="77700" cy="7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859" name="Google Shape;859;p31"/>
          <p:cNvGrpSpPr/>
          <p:nvPr/>
        </p:nvGrpSpPr>
        <p:grpSpPr>
          <a:xfrm>
            <a:off x="0" y="1"/>
            <a:ext cx="9144000" cy="5143500"/>
            <a:chOff x="0" y="1"/>
            <a:chExt cx="9144000" cy="5143500"/>
          </a:xfrm>
        </p:grpSpPr>
        <p:sp>
          <p:nvSpPr>
            <p:cNvPr id="860" name="Google Shape;860;p31"/>
            <p:cNvSpPr/>
            <p:nvPr/>
          </p:nvSpPr>
          <p:spPr>
            <a:xfrm flipH="1" rot="10800000">
              <a:off x="0" y="4643321"/>
              <a:ext cx="1904362" cy="500179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1"/>
            <p:cNvSpPr/>
            <p:nvPr/>
          </p:nvSpPr>
          <p:spPr>
            <a:xfrm flipH="1">
              <a:off x="7239638" y="1"/>
              <a:ext cx="1904362" cy="50018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2"/>
          <p:cNvGrpSpPr/>
          <p:nvPr/>
        </p:nvGrpSpPr>
        <p:grpSpPr>
          <a:xfrm>
            <a:off x="250881" y="187584"/>
            <a:ext cx="438336" cy="939067"/>
            <a:chOff x="327075" y="263775"/>
            <a:chExt cx="576228" cy="1234478"/>
          </a:xfrm>
        </p:grpSpPr>
        <p:sp>
          <p:nvSpPr>
            <p:cNvPr id="865" name="Google Shape;865;p32"/>
            <p:cNvSpPr/>
            <p:nvPr/>
          </p:nvSpPr>
          <p:spPr>
            <a:xfrm>
              <a:off x="327075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327075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327075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327075" y="930302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327075" y="1152477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327075" y="1374653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556600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556600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556600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779703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779703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876" name="Google Shape;876;p32"/>
          <p:cNvGrpSpPr/>
          <p:nvPr/>
        </p:nvGrpSpPr>
        <p:grpSpPr>
          <a:xfrm>
            <a:off x="-287175" y="-182307"/>
            <a:ext cx="4252789" cy="3328719"/>
            <a:chOff x="-287175" y="-182307"/>
            <a:chExt cx="4252789" cy="3328719"/>
          </a:xfrm>
        </p:grpSpPr>
        <p:sp>
          <p:nvSpPr>
            <p:cNvPr id="877" name="Google Shape;877;p32"/>
            <p:cNvSpPr/>
            <p:nvPr/>
          </p:nvSpPr>
          <p:spPr>
            <a:xfrm>
              <a:off x="-92037" y="-76212"/>
              <a:ext cx="4057651" cy="3222624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-76200" y="-76200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-97890" y="-182307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0" name="Google Shape;880;p32"/>
            <p:cNvCxnSpPr/>
            <p:nvPr/>
          </p:nvCxnSpPr>
          <p:spPr>
            <a:xfrm flipH="1">
              <a:off x="-287175" y="-128900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  <p:grpSp>
          <p:nvGrpSpPr>
            <p:cNvPr id="881" name="Google Shape;881;p32"/>
            <p:cNvGrpSpPr/>
            <p:nvPr/>
          </p:nvGrpSpPr>
          <p:grpSpPr>
            <a:xfrm>
              <a:off x="15510" y="-76204"/>
              <a:ext cx="2953888" cy="2742009"/>
              <a:chOff x="5398760" y="2293721"/>
              <a:chExt cx="2953888" cy="2742009"/>
            </a:xfrm>
          </p:grpSpPr>
          <p:sp>
            <p:nvSpPr>
              <p:cNvPr id="882" name="Google Shape;882;p32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32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2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C5B9B9">
                      <a:alpha val="24313"/>
                    </a:srgbClr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5" name="Google Shape;885;p32"/>
            <p:cNvGrpSpPr/>
            <p:nvPr/>
          </p:nvGrpSpPr>
          <p:grpSpPr>
            <a:xfrm>
              <a:off x="1075946" y="469703"/>
              <a:ext cx="2383606" cy="2130790"/>
              <a:chOff x="2439425" y="817125"/>
              <a:chExt cx="2884325" cy="2578400"/>
            </a:xfrm>
          </p:grpSpPr>
          <p:sp>
            <p:nvSpPr>
              <p:cNvPr id="886" name="Google Shape;886;p32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7" name="Google Shape;887;p32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8" name="Google Shape;888;p32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89" name="Google Shape;889;p32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90" name="Google Shape;890;p32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891" name="Google Shape;891;p32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892" name="Google Shape;892;p32"/>
          <p:cNvGrpSpPr/>
          <p:nvPr/>
        </p:nvGrpSpPr>
        <p:grpSpPr>
          <a:xfrm rot="10800000">
            <a:off x="8487318" y="4095345"/>
            <a:ext cx="438336" cy="939067"/>
            <a:chOff x="327075" y="263775"/>
            <a:chExt cx="576228" cy="1234478"/>
          </a:xfrm>
        </p:grpSpPr>
        <p:sp>
          <p:nvSpPr>
            <p:cNvPr id="893" name="Google Shape;893;p32"/>
            <p:cNvSpPr/>
            <p:nvPr/>
          </p:nvSpPr>
          <p:spPr>
            <a:xfrm>
              <a:off x="327075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327075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327075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327075" y="930302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327075" y="1152477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327075" y="1374653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556600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556600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556600" y="708126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779703" y="263775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779703" y="485951"/>
              <a:ext cx="123600" cy="12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04" name="Google Shape;904;p32"/>
          <p:cNvGrpSpPr/>
          <p:nvPr/>
        </p:nvGrpSpPr>
        <p:grpSpPr>
          <a:xfrm>
            <a:off x="5210922" y="2075584"/>
            <a:ext cx="4252789" cy="3328719"/>
            <a:chOff x="5210922" y="2075584"/>
            <a:chExt cx="4252789" cy="3328719"/>
          </a:xfrm>
        </p:grpSpPr>
        <p:sp>
          <p:nvSpPr>
            <p:cNvPr id="905" name="Google Shape;905;p32"/>
            <p:cNvSpPr/>
            <p:nvPr/>
          </p:nvSpPr>
          <p:spPr>
            <a:xfrm rot="10800000">
              <a:off x="5210922" y="2075584"/>
              <a:ext cx="4057651" cy="3222624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2"/>
            <p:cNvSpPr/>
            <p:nvPr/>
          </p:nvSpPr>
          <p:spPr>
            <a:xfrm rot="10800000">
              <a:off x="6174736" y="2312896"/>
              <a:ext cx="3078000" cy="2985300"/>
            </a:xfrm>
            <a:prstGeom prst="diagStrip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907" name="Google Shape;907;p32"/>
            <p:cNvSpPr/>
            <p:nvPr/>
          </p:nvSpPr>
          <p:spPr>
            <a:xfrm rot="10800000">
              <a:off x="7382100" y="3901404"/>
              <a:ext cx="1892326" cy="1502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08" name="Google Shape;908;p32"/>
            <p:cNvCxnSpPr/>
            <p:nvPr/>
          </p:nvCxnSpPr>
          <p:spPr>
            <a:xfrm flipH="1" rot="10800000">
              <a:off x="7459111" y="3346296"/>
              <a:ext cx="2004600" cy="2004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cxnSp>
        <p:grpSp>
          <p:nvGrpSpPr>
            <p:cNvPr id="909" name="Google Shape;909;p32"/>
            <p:cNvGrpSpPr/>
            <p:nvPr/>
          </p:nvGrpSpPr>
          <p:grpSpPr>
            <a:xfrm rot="10800000">
              <a:off x="6207139" y="2556191"/>
              <a:ext cx="2953888" cy="2742009"/>
              <a:chOff x="5398760" y="2293721"/>
              <a:chExt cx="2953888" cy="2742009"/>
            </a:xfrm>
          </p:grpSpPr>
          <p:sp>
            <p:nvSpPr>
              <p:cNvPr id="910" name="Google Shape;910;p32"/>
              <p:cNvSpPr/>
              <p:nvPr/>
            </p:nvSpPr>
            <p:spPr>
              <a:xfrm>
                <a:off x="5398760" y="2293721"/>
                <a:ext cx="2768203" cy="2742009"/>
              </a:xfrm>
              <a:custGeom>
                <a:rect b="b" l="l" r="r" t="t"/>
                <a:pathLst>
                  <a:path extrusionOk="0" h="2303" w="2325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2"/>
              <p:cNvSpPr/>
              <p:nvPr/>
            </p:nvSpPr>
            <p:spPr>
              <a:xfrm>
                <a:off x="5926811" y="2293726"/>
                <a:ext cx="2337197" cy="2311003"/>
              </a:xfrm>
              <a:custGeom>
                <a:rect b="b" l="l" r="r" t="t"/>
                <a:pathLst>
                  <a:path extrusionOk="0" h="1941" w="1963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2"/>
              <p:cNvSpPr/>
              <p:nvPr/>
            </p:nvSpPr>
            <p:spPr>
              <a:xfrm>
                <a:off x="6252385" y="2293721"/>
                <a:ext cx="2100263" cy="2077641"/>
              </a:xfrm>
              <a:custGeom>
                <a:rect b="b" l="l" r="r" t="t"/>
                <a:pathLst>
                  <a:path extrusionOk="0" h="1745" w="1764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3" name="Google Shape;913;p32"/>
            <p:cNvGrpSpPr/>
            <p:nvPr/>
          </p:nvGrpSpPr>
          <p:grpSpPr>
            <a:xfrm rot="10800000">
              <a:off x="5716984" y="2621504"/>
              <a:ext cx="2383606" cy="2130790"/>
              <a:chOff x="2439425" y="817125"/>
              <a:chExt cx="2884325" cy="2578400"/>
            </a:xfrm>
          </p:grpSpPr>
          <p:sp>
            <p:nvSpPr>
              <p:cNvPr id="914" name="Google Shape;914;p32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15" name="Google Shape;915;p32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16" name="Google Shape;916;p32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17" name="Google Shape;917;p32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18" name="Google Shape;918;p32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19" name="Google Shape;919;p32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copate"/>
              <a:buNone/>
              <a:defRPr sz="2800">
                <a:solidFill>
                  <a:schemeClr val="dk1"/>
                </a:solidFill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3"/>
          <p:cNvSpPr txBox="1"/>
          <p:nvPr>
            <p:ph type="ctrTitle"/>
          </p:nvPr>
        </p:nvSpPr>
        <p:spPr>
          <a:xfrm>
            <a:off x="2003700" y="1668350"/>
            <a:ext cx="5120400" cy="144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Disaster Hotspot Mapping &amp; Country-Level Vulnerability Analysis (2000–2025)</a:t>
            </a:r>
            <a:endParaRPr b="1" sz="6400"/>
          </a:p>
        </p:txBody>
      </p:sp>
      <p:sp>
        <p:nvSpPr>
          <p:cNvPr id="925" name="Google Shape;925;p33"/>
          <p:cNvSpPr txBox="1"/>
          <p:nvPr>
            <p:ph idx="1" type="subTitle"/>
          </p:nvPr>
        </p:nvSpPr>
        <p:spPr>
          <a:xfrm>
            <a:off x="2003700" y="3281175"/>
            <a:ext cx="5120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By: Nawal Krishna S (2025EMAI10027)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931" name="Google Shape;931;p34"/>
          <p:cNvSpPr txBox="1"/>
          <p:nvPr/>
        </p:nvSpPr>
        <p:spPr>
          <a:xfrm>
            <a:off x="485125" y="1580425"/>
            <a:ext cx="8160300" cy="21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 identify global disaster hotspots using geospatial coordinates.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 analyze disaster frequency and patterns across regions from 2000–2025.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 compute a Vulnerability Index combining total deaths, affected population, and economic losses.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 compare vulnerability across countries and highlight high-risk regions.</a:t>
            </a:r>
            <a:endParaRPr sz="18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800">
                <a:solidFill>
                  <a:srgbClr val="FFFFFF"/>
                </a:solidFill>
              </a:rPr>
              <a:t>To provide insights that can support disaster preparedness and risk management</a:t>
            </a:r>
            <a:r>
              <a:rPr lang="en" sz="1500">
                <a:solidFill>
                  <a:srgbClr val="FFFFFF"/>
                </a:solidFill>
                <a:highlight>
                  <a:srgbClr val="212121"/>
                </a:highlight>
              </a:rPr>
              <a:t>.</a:t>
            </a:r>
            <a:endParaRPr sz="1500">
              <a:solidFill>
                <a:srgbClr val="FFFFFF"/>
              </a:solidFill>
              <a:highlight>
                <a:srgbClr val="212121"/>
              </a:highlight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2" name="Google Shape;932;p34"/>
          <p:cNvSpPr txBox="1"/>
          <p:nvPr/>
        </p:nvSpPr>
        <p:spPr>
          <a:xfrm>
            <a:off x="1178175" y="4133675"/>
            <a:ext cx="19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3" name="Google Shape;933;p34"/>
          <p:cNvSpPr txBox="1"/>
          <p:nvPr/>
        </p:nvSpPr>
        <p:spPr>
          <a:xfrm>
            <a:off x="3459621" y="4133675"/>
            <a:ext cx="348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939" name="Google Shape;939;p35"/>
          <p:cNvSpPr txBox="1"/>
          <p:nvPr>
            <p:ph idx="15" type="subTitle"/>
          </p:nvPr>
        </p:nvSpPr>
        <p:spPr>
          <a:xfrm flipH="1">
            <a:off x="800950" y="1143775"/>
            <a:ext cx="7773900" cy="348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EM-DAT International Disaster Database</a:t>
            </a:r>
            <a:endParaRPr b="1" sz="15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 period: 2000–2025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records: ~16,000 disaster events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Regions included: Africa, Americas, Asia, Europe, Oceania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fields: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Disaster type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Subgroup &amp; group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Country and region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deaths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affected population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damage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Latitude &amp; Longitude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date information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6"/>
          <p:cNvSpPr txBox="1"/>
          <p:nvPr>
            <p:ph type="title"/>
          </p:nvPr>
        </p:nvSpPr>
        <p:spPr>
          <a:xfrm>
            <a:off x="659975" y="333500"/>
            <a:ext cx="7562700" cy="8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/>
              <a:t>Data challenges</a:t>
            </a:r>
            <a:endParaRPr sz="3080"/>
          </a:p>
        </p:txBody>
      </p:sp>
      <p:sp>
        <p:nvSpPr>
          <p:cNvPr id="945" name="Google Shape;945;p36"/>
          <p:cNvSpPr txBox="1"/>
          <p:nvPr>
            <p:ph idx="1" type="subTitle"/>
          </p:nvPr>
        </p:nvSpPr>
        <p:spPr>
          <a:xfrm>
            <a:off x="883100" y="1472600"/>
            <a:ext cx="6576300" cy="30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 values in location (up to 88%)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 economic data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Outliers in deaths and affected counts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Inconsistent formats (dates, numeric fields)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7"/>
          <p:cNvSpPr/>
          <p:nvPr/>
        </p:nvSpPr>
        <p:spPr>
          <a:xfrm rot="10800000">
            <a:off x="8654553" y="2994804"/>
            <a:ext cx="77700" cy="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1" name="Google Shape;951;p37"/>
          <p:cNvSpPr txBox="1"/>
          <p:nvPr>
            <p:ph type="title"/>
          </p:nvPr>
        </p:nvSpPr>
        <p:spPr>
          <a:xfrm>
            <a:off x="836100" y="779750"/>
            <a:ext cx="6799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Preprocessing</a:t>
            </a:r>
            <a:endParaRPr sz="3200"/>
          </a:p>
        </p:txBody>
      </p:sp>
      <p:sp>
        <p:nvSpPr>
          <p:cNvPr id="952" name="Google Shape;952;p37"/>
          <p:cNvSpPr txBox="1"/>
          <p:nvPr>
            <p:ph idx="1" type="subTitle"/>
          </p:nvPr>
        </p:nvSpPr>
        <p:spPr>
          <a:xfrm>
            <a:off x="1286625" y="1695700"/>
            <a:ext cx="6160800" cy="25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Preprocessing Steps</a:t>
            </a:r>
            <a:endParaRPr b="1" sz="16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Converted numeric fields (deaths, affected, damage).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Handled missing dates using default imputation.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Removed events outside 2000–2025.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Cleaned and validated latitude &amp; longitude values.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Applied domain-based validation for numeric ranges.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Applied outlier capping using 1st–99th percentiles.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8"/>
          <p:cNvSpPr txBox="1"/>
          <p:nvPr>
            <p:ph type="title"/>
          </p:nvPr>
        </p:nvSpPr>
        <p:spPr>
          <a:xfrm>
            <a:off x="1058850" y="747600"/>
            <a:ext cx="70263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 exploration</a:t>
            </a:r>
            <a:endParaRPr/>
          </a:p>
        </p:txBody>
      </p:sp>
      <p:sp>
        <p:nvSpPr>
          <p:cNvPr id="958" name="Google Shape;958;p38"/>
          <p:cNvSpPr txBox="1"/>
          <p:nvPr>
            <p:ph idx="1" type="subTitle"/>
          </p:nvPr>
        </p:nvSpPr>
        <p:spPr>
          <a:xfrm>
            <a:off x="883075" y="1566400"/>
            <a:ext cx="6853200" cy="32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b="1" sz="15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Location data missing for ~88% events.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damage missing for ~80% events.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Deaths missing for ~20% events.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Handling Strategy</a:t>
            </a:r>
            <a:endParaRPr b="1" sz="15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hotsp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 maps → removed rows without coordinates.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vulnerability index → treated NAs as 0 or imputed safely.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Validated values using domain knowledge.</a:t>
            </a:r>
            <a:endParaRPr sz="16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9"/>
          <p:cNvSpPr txBox="1"/>
          <p:nvPr>
            <p:ph type="title"/>
          </p:nvPr>
        </p:nvSpPr>
        <p:spPr>
          <a:xfrm>
            <a:off x="720000" y="409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 1 :</a:t>
            </a:r>
            <a:endParaRPr/>
          </a:p>
        </p:txBody>
      </p:sp>
      <p:sp>
        <p:nvSpPr>
          <p:cNvPr id="964" name="Google Shape;964;p39"/>
          <p:cNvSpPr txBox="1"/>
          <p:nvPr>
            <p:ph idx="2" type="subTitle"/>
          </p:nvPr>
        </p:nvSpPr>
        <p:spPr>
          <a:xfrm>
            <a:off x="666600" y="1212700"/>
            <a:ext cx="7810800" cy="16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Disaster Frequency Over Time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 of recorded disasters increased steadily between 2000–2010.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Slight variation between 2010–2025 due to better reporting and climate impacts.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Floods and storms dominate most years.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5" name="Google Shape;965;p39" title="Screenshot 2025-11-23 2147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750" y="2682250"/>
            <a:ext cx="4626801" cy="21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0"/>
          <p:cNvSpPr txBox="1"/>
          <p:nvPr>
            <p:ph type="title"/>
          </p:nvPr>
        </p:nvSpPr>
        <p:spPr>
          <a:xfrm>
            <a:off x="716550" y="4567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 2 :</a:t>
            </a:r>
            <a:endParaRPr/>
          </a:p>
        </p:txBody>
      </p:sp>
      <p:sp>
        <p:nvSpPr>
          <p:cNvPr id="971" name="Google Shape;971;p40"/>
          <p:cNvSpPr txBox="1"/>
          <p:nvPr>
            <p:ph idx="1" type="subTitle"/>
          </p:nvPr>
        </p:nvSpPr>
        <p:spPr>
          <a:xfrm>
            <a:off x="925725" y="1163000"/>
            <a:ext cx="71751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Disaster Distribution by Type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common disaster types: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Floods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Storms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Epidemics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Earthquakes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Floods account for a large share due to seasonal monsoons and river basins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</p:txBody>
      </p:sp>
      <p:sp>
        <p:nvSpPr>
          <p:cNvPr id="972" name="Google Shape;972;p40"/>
          <p:cNvSpPr/>
          <p:nvPr/>
        </p:nvSpPr>
        <p:spPr>
          <a:xfrm flipH="1" rot="10800000">
            <a:off x="422073" y="2994804"/>
            <a:ext cx="77700" cy="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73" name="Google Shape;973;p40" title="Screenshot 2025-11-23 2147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225" y="2884700"/>
            <a:ext cx="4544599" cy="21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 3 :</a:t>
            </a:r>
            <a:endParaRPr/>
          </a:p>
        </p:txBody>
      </p:sp>
      <p:sp>
        <p:nvSpPr>
          <p:cNvPr id="979" name="Google Shape;979;p41"/>
          <p:cNvSpPr txBox="1"/>
          <p:nvPr>
            <p:ph idx="2" type="subTitle"/>
          </p:nvPr>
        </p:nvSpPr>
        <p:spPr>
          <a:xfrm>
            <a:off x="812625" y="1219350"/>
            <a:ext cx="6869700" cy="16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Hotspot Mapping</a:t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High-density disaster hotspots appear in: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South &amp; Southeast Asia (India, Bangladesh, Philippines, Indonesia)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East Africa (Ethiopia, Kenya)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 America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Asia has the highest concentration of extreme events.</a:t>
            </a:r>
            <a:endParaRPr/>
          </a:p>
        </p:txBody>
      </p:sp>
      <p:pic>
        <p:nvPicPr>
          <p:cNvPr id="980" name="Google Shape;980;p41" title="Screenshot 2025-11-23 2146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375" y="2838750"/>
            <a:ext cx="3149326" cy="21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 4 :</a:t>
            </a:r>
            <a:endParaRPr/>
          </a:p>
        </p:txBody>
      </p:sp>
      <p:sp>
        <p:nvSpPr>
          <p:cNvPr id="986" name="Google Shape;986;p42"/>
          <p:cNvSpPr txBox="1"/>
          <p:nvPr>
            <p:ph idx="1" type="subTitle"/>
          </p:nvPr>
        </p:nvSpPr>
        <p:spPr>
          <a:xfrm>
            <a:off x="777400" y="1361225"/>
            <a:ext cx="6834600" cy="11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Impact Analysis</a:t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few events cause extremely high casualties (right-skewed distribution).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Majority of disasters have &lt;50 deaths.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Epidemics and earthquakes contribute to extreme death counts.</a:t>
            </a:r>
            <a:endParaRPr/>
          </a:p>
        </p:txBody>
      </p:sp>
      <p:sp>
        <p:nvSpPr>
          <p:cNvPr id="987" name="Google Shape;987;p42"/>
          <p:cNvSpPr/>
          <p:nvPr/>
        </p:nvSpPr>
        <p:spPr>
          <a:xfrm>
            <a:off x="8734873" y="4343151"/>
            <a:ext cx="77700" cy="7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88" name="Google Shape;988;p42" title="Screenshot 2025-11-23 214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625" y="2555525"/>
            <a:ext cx="3557175" cy="23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3"/>
          <p:cNvSpPr txBox="1"/>
          <p:nvPr>
            <p:ph type="title"/>
          </p:nvPr>
        </p:nvSpPr>
        <p:spPr>
          <a:xfrm>
            <a:off x="720000" y="503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 5 :</a:t>
            </a:r>
            <a:endParaRPr/>
          </a:p>
        </p:txBody>
      </p:sp>
      <p:sp>
        <p:nvSpPr>
          <p:cNvPr id="994" name="Google Shape;994;p43"/>
          <p:cNvSpPr txBox="1"/>
          <p:nvPr>
            <p:ph idx="1" type="subTitle"/>
          </p:nvPr>
        </p:nvSpPr>
        <p:spPr>
          <a:xfrm>
            <a:off x="483825" y="1202500"/>
            <a:ext cx="4838100" cy="20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Country-Level Vulnerability Index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 score =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 × deaths_norm + 0.3 × affected_norm + 0.2 × damage_norm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15 Most Vulnerable Nations</a:t>
            </a:r>
            <a:endParaRPr b="1" sz="12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Mostly developing countries.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exposure + limited resources.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Repeated floods, storms, and epidemics.</a:t>
            </a:r>
            <a:endParaRPr/>
          </a:p>
        </p:txBody>
      </p:sp>
      <p:pic>
        <p:nvPicPr>
          <p:cNvPr id="995" name="Google Shape;995;p43" title="Screenshot 2025-11-23 2146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725" y="2282875"/>
            <a:ext cx="4233276" cy="26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Insights</a:t>
            </a:r>
            <a:endParaRPr/>
          </a:p>
        </p:txBody>
      </p:sp>
      <p:sp>
        <p:nvSpPr>
          <p:cNvPr id="1001" name="Google Shape;1001;p44"/>
          <p:cNvSpPr txBox="1"/>
          <p:nvPr>
            <p:ph idx="3" type="subTitle"/>
          </p:nvPr>
        </p:nvSpPr>
        <p:spPr>
          <a:xfrm>
            <a:off x="671700" y="1502450"/>
            <a:ext cx="7752300" cy="28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Additional Observations</a:t>
            </a:r>
            <a:endParaRPr b="1" sz="18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Countries with low disaster count but high severity show high vulnerability (e.g., Haiti).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loss is highest in rapidly growing economies (China, India).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Disaster types cluster by geography (e.g., earthquakes in Pacific Ring of Fire).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 economic data limits precise financial comparisons.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1007" name="Google Shape;1007;p45"/>
          <p:cNvSpPr txBox="1"/>
          <p:nvPr>
            <p:ph idx="6" type="subTitle"/>
          </p:nvPr>
        </p:nvSpPr>
        <p:spPr>
          <a:xfrm>
            <a:off x="1035758" y="1261231"/>
            <a:ext cx="69918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Based on Analysis</a:t>
            </a:r>
            <a:endParaRPr b="1" sz="17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Strengthen early warning systems in high-risk regions.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 disaster reporting and data collection (especially location &amp; economic losses).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Allocate resources to vulnerable countries for preparedness.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Encourage governments to invest in infrastructure resilience.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Promote international cooperation for disaster response.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data-driven insights in risk planning and policy drafting.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/>
          <p:cNvSpPr txBox="1"/>
          <p:nvPr>
            <p:ph type="title"/>
          </p:nvPr>
        </p:nvSpPr>
        <p:spPr>
          <a:xfrm>
            <a:off x="753900" y="345250"/>
            <a:ext cx="7043700" cy="70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Limitations</a:t>
            </a:r>
            <a:endParaRPr sz="3400"/>
          </a:p>
        </p:txBody>
      </p:sp>
      <p:sp>
        <p:nvSpPr>
          <p:cNvPr id="1013" name="Google Shape;1013;p46"/>
          <p:cNvSpPr txBox="1"/>
          <p:nvPr>
            <p:ph idx="1" type="subTitle"/>
          </p:nvPr>
        </p:nvSpPr>
        <p:spPr>
          <a:xfrm>
            <a:off x="1211900" y="1614675"/>
            <a:ext cx="5980200" cy="30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missingness in location data limited hotspot precision.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damage data unreliable for many countries.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 index is simplified; real risk is multi-dimensional.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Mapping accuracy depends on available coordinates.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6"/>
          <p:cNvSpPr/>
          <p:nvPr/>
        </p:nvSpPr>
        <p:spPr>
          <a:xfrm>
            <a:off x="8612923" y="1614676"/>
            <a:ext cx="77700" cy="7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7"/>
          <p:cNvSpPr txBox="1"/>
          <p:nvPr>
            <p:ph idx="1" type="subTitle"/>
          </p:nvPr>
        </p:nvSpPr>
        <p:spPr>
          <a:xfrm>
            <a:off x="1539150" y="1487850"/>
            <a:ext cx="5901300" cy="26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Disaster patterns show clear regional and temporal trends.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Asia is the most disaster-prone continent.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Hotspot mapping reveals continental clusters of repeated events.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 Index helps highlight countries requiring urgent attention.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study successfully integrates geospatial and statistical analysis.</a:t>
            </a:r>
            <a:endParaRPr/>
          </a:p>
        </p:txBody>
      </p:sp>
      <p:sp>
        <p:nvSpPr>
          <p:cNvPr id="1020" name="Google Shape;1020;p47"/>
          <p:cNvSpPr txBox="1"/>
          <p:nvPr>
            <p:ph type="title"/>
          </p:nvPr>
        </p:nvSpPr>
        <p:spPr>
          <a:xfrm>
            <a:off x="1828800" y="880850"/>
            <a:ext cx="5322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